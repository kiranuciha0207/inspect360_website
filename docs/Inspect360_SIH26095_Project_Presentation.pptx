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005840"/>
            <a:ext cx="9966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SMART INDIA HACKATHON 2026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Inspect360</a:t>
            </a:r>
          </a:p>
          <a:p>
            <a:pPr>
              <a:defRPr sz="2000" b="1">
                <a:solidFill>
                  <a:srgbClr val="3B82F6"/>
                </a:solidFill>
              </a:defRPr>
            </a:pPr>
            <a:r>
              <a:t>Smart Real-Time Monitoring &amp; Inspection Mobile App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Next-Gen AI, GIS &amp; Offline-First Inspection Ecosystem for Ministry of Social Justice &amp; Empowerment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91840"/>
            <a:ext cx="9966960" cy="15544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• Problem Statement ID: SIH26095  |  • Theme: Smart Automation  |  • Category: Software</a:t>
            </a:r>
          </a:p>
          <a:p>
            <a:pPr>
              <a:defRPr sz="1200">
                <a:solidFill>
                  <a:srgbClr val="BAE6FD"/>
                </a:solidFill>
              </a:defRPr>
            </a:pPr>
            <a:r>
              <a:t>• Sponsoring Ministry: Ministry of Social Justice &amp; Empowerment (MoSJE)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Team ID: AMP2026018  |  • Team Name: Smart Inspect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Core Pillars: Central Ministry Dashboard  •  Field Inspector PWA App  •  Citizen Transparency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59E0B"/>
                </a:solidFill>
              </a:defRPr>
            </a:pPr>
            <a:r>
              <a:t>Powered by AI Surprise Randomizer • Cadastral Geofences • Tamper-Resistant SHA-256 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GROUND REALITIES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F8FAFC"/>
                </a:solidFill>
              </a:defRPr>
            </a:pPr>
            <a:r>
              <a:t>MoSJE centrally monitors 128+ schemes across residential schools, SC/ST hostels, and de-addiction centers. Manual paper-based inspections lead to critical accountability bottlenecks, delayed reporting, and fraudulent audits.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91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Delayed &amp; Paper-Heavy Audits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Physical paper dossiers take 2-4 weeks to reach central ministry officers.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Lack of real-time visibility into inspector ground locations and arrival times.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Delayed escalation of critical infrastructural and hygiene violations.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Repetitive manual data entry prone to transcription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19456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Fraud &amp; Collusion Vulnerability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Predictable inspection schedules allow institutions to conceal deficiencies.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Ghost beneficiaries and inflated headcount reporting go unnoticed.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Risk of recycled or pre-captured photo submissions without GPS proof.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Absence of tamper-evident digital signatures and audit verification.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429000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3591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Connectivity &amp; Silo Barriers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8892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Field units face cellular dead zones in remote rural and tribal locations.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Existing portals crash or lose data without active internet connection.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Siloed regional records prevent central real-time fraud pattern detection.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Citizens and beneficiaries lack access to independent audit findings.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PROPOSED SOLUTION: INSPECT360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64008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Inspect360 is a 3-Tier Multi-Role Platform delivering: Zero-Leakage Audits • Unannounced Inspections • 100% Offline-Safe Ground Truth.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29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🏛️ Tier 1: Ministry Command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index.html (Executive Center)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Live KPI Metrics: 128 active schemes, PMU surprise teams &amp; verified projects.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GIS Tracking: Interactive Leaflet map with real-time inspector GPS pings.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AI Randomizer Engine: Assigns unannounced audits to prevent collusion.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CCTV Verification: Surveillance bridge with simulated AI person counters.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Digital Dossiers: SHA-256 verified audit files with direct PDF/CSV exports.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103120"/>
            <a:ext cx="3429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2677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📱 Tier 2: Inspector Mobile PWA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app.html (PMU Field Unit)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926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Offline-First Engine: Full checklist &amp; submission capability without internet.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Geofence Lock: Enforces physical presence within 150m cadastral perimeter.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Watermarked Camera: Burns GPS coordinates, UTC timestamp &amp; token onto photos.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Touch Signature Pad: Captures verified digital signature of center incharge.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Local Queue Sync: Background uploads once cellular connectivity resumes.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103120"/>
            <a:ext cx="3429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👥 Tier 3: Citizen Transparency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index1.html (Public Accountability)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926080"/>
            <a:ext cx="3063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Scheme Progress Tracker: Transparent visibility into DoSJE welfare delivery.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Tamper-Proof Verifier: Validates SHA-256 hash against central records.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Grievance Redressal: Direct citizen feedback &amp; whistleblower reporting.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Unified Gateway: Instant role drop-box switching between all 3 portals.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TECHNICAL ARCHITECTURE &amp; IMPLEMENTATION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42032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Layer 1: Frontend &amp;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22677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 b="1">
                <a:solidFill>
                  <a:srgbClr val="3B82F6"/>
                </a:solidFill>
              </a:defRPr>
            </a:pPr>
            <a:r>
              <a:t>▪ Client Architecture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HTML5, Tailwind CSS, Responsive Flexbox &amp; Grid</a:t>
            </a:r>
          </a:p>
          <a:p>
            <a:pPr>
              <a:spcBef>
                <a:spcPts val="400"/>
              </a:spcBef>
              <a:defRPr sz="1100" b="1">
                <a:solidFill>
                  <a:srgbClr val="3B82F6"/>
                </a:solidFill>
              </a:defRPr>
            </a:pPr>
            <a:r>
              <a:t>▪ Mobile Platform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Progressive Web App (PWA) with Service Workers &amp; Web App Manifest</a:t>
            </a:r>
          </a:p>
          <a:p>
            <a:pPr>
              <a:spcBef>
                <a:spcPts val="400"/>
              </a:spcBef>
              <a:defRPr sz="1100" b="1">
                <a:solidFill>
                  <a:srgbClr val="3B82F6"/>
                </a:solidFill>
              </a:defRPr>
            </a:pPr>
            <a:r>
              <a:t>▪ UI Controls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HTML5 Canvas (Photo Watermarking &amp; Digital Signature Pad)</a:t>
            </a:r>
          </a:p>
          <a:p>
            <a:pPr>
              <a:spcBef>
                <a:spcPts val="400"/>
              </a:spcBef>
              <a:defRPr sz="1100" b="1">
                <a:solidFill>
                  <a:srgbClr val="3B82F6"/>
                </a:solidFill>
              </a:defRPr>
            </a:pPr>
            <a:r>
              <a:t>▪ Portal Switching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Role-Based Dropdown Gateway (Ministry / Inspector / Citizen)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1280160"/>
            <a:ext cx="2542032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444752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Layer 2: Spatial GIS &amp;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874519"/>
            <a:ext cx="22677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▪ Mapping Engine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Leaflet.js Interactive Spatial Visualization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▪ Tile Providers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Dual High-Res CartoDB Voyager &amp; OpenStreetMap Tiles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▪ Geofencing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Haversine Distance Validation against Cadastral Coordinates</a:t>
            </a:r>
          </a:p>
          <a:p>
            <a:pPr>
              <a:spcBef>
                <a:spcPts val="400"/>
              </a:spcBef>
              <a:defRPr sz="1100" b="1">
                <a:solidFill>
                  <a:srgbClr val="10B981"/>
                </a:solidFill>
              </a:defRPr>
            </a:pPr>
            <a:r>
              <a:t>▪ Analytics Engine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Chart.js Real-time Inspection Volume &amp; Velocity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280160"/>
            <a:ext cx="2542032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444752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Layer 3: Application Logic &amp;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874519"/>
            <a:ext cx="22677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▪ Anti-Collusion AI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Automated Randomizer Algorithm for unannounced audits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▪ Cryptographic Audit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SHA-256 Hash Generation for Tamper-Proof Dossiers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▪ Data Integrity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Hardware GPS EXIF Verification &amp; Live Camera Enforcement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</a:defRPr>
            </a:pPr>
            <a:r>
              <a:t>▪ Surveillance Check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Simulated AI Headcount Cross-Check with live CCTV streams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1280160"/>
            <a:ext cx="2542032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444752"/>
            <a:ext cx="21762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Layer 4: Data Storage &amp; Synchronization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1874519"/>
            <a:ext cx="22677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100" b="1">
                <a:solidFill>
                  <a:srgbClr val="A855F7"/>
                </a:solidFill>
              </a:defRPr>
            </a:pPr>
            <a:r>
              <a:t>▪ Offline Memory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IndexedDB / LocalStorage Encrypted Queue (SQLite ready)</a:t>
            </a:r>
          </a:p>
          <a:p>
            <a:pPr>
              <a:spcBef>
                <a:spcPts val="400"/>
              </a:spcBef>
              <a:defRPr sz="1100" b="1">
                <a:solidFill>
                  <a:srgbClr val="A855F7"/>
                </a:solidFill>
              </a:defRPr>
            </a:pPr>
            <a:r>
              <a:t>▪ Data Pipeline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FastAPI / Node.js REST API with Offline-Sync Handlers</a:t>
            </a:r>
          </a:p>
          <a:p>
            <a:pPr>
              <a:spcBef>
                <a:spcPts val="400"/>
              </a:spcBef>
              <a:defRPr sz="1100" b="1">
                <a:solidFill>
                  <a:srgbClr val="A855F7"/>
                </a:solidFill>
              </a:defRPr>
            </a:pPr>
            <a:r>
              <a:t>▪ Master Database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PostgreSQL with PostGIS extension for Spatial Indexing</a:t>
            </a:r>
          </a:p>
          <a:p>
            <a:pPr>
              <a:spcBef>
                <a:spcPts val="400"/>
              </a:spcBef>
              <a:defRPr sz="1100" b="1">
                <a:solidFill>
                  <a:srgbClr val="A855F7"/>
                </a:solidFill>
              </a:defRPr>
            </a:pPr>
            <a:r>
              <a:t>▪ Export Engine</a:t>
            </a:r>
          </a:p>
          <a:p>
            <a:pPr>
              <a:spcAft>
                <a:spcPts val="600"/>
              </a:spcAft>
              <a:defRPr sz="950">
                <a:solidFill>
                  <a:srgbClr val="F8FAFC"/>
                </a:solidFill>
              </a:defRPr>
            </a:pPr>
            <a:r>
              <a:t>Client-side Secure CSV &amp; PDF Audit Dossier Compiler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KEY INNOVATIONS: FRAUD DETERRENCE &amp; OFFLINE INTELLIGENCE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2578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🎲 Automated AI Randomizer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A855F7"/>
                </a:solidFill>
              </a:defRPr>
            </a:pPr>
            <a:r>
              <a:t>Eliminates Collusion by Removing Human Discretion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Algorithms assign surprise inspections using proximity, officer rotation history, and institute risk scores.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Generates dynamic SHA-256 tokens sent to officers with strict arrival deadlines.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Prevents advance warning or bribery between officers and local staff.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80160"/>
            <a:ext cx="52578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4475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📍 150m Cadastral Geofence 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8308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Strict Physical Presence Enforcement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Inspection form is hardware-locked until GPS coordinates fall within 150m of facility boundary.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Automatically flags any perimeter breach as an alert on the central dashboard.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Eliminates fake 'desk audits' conducted from remote offices or homes.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2578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9651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📷 Live Geo-Watermarked Camera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Zero-Gallery Spoofing with Embedded EXIF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Directly activates device camera; strictly prevents gallery / pre-saved photo uploads.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Burns exact Lat, Long, UTC timestamp, and Inspection ID onto photo canvas.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Generates cryptographic image hash to detect post-upload tampering.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931920"/>
            <a:ext cx="52578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4096512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⚡ 100% Offline-First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434840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Seamless Field Execution in Network Dead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006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Full inspection checklist, photo capture, and signature pad work without cellular data.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Audits are encrypted in local device memory with tamper-resistant checksums.</a:t>
            </a:r>
          </a:p>
          <a:p>
            <a:pPr>
              <a:spcAft>
                <a:spcPts val="300"/>
              </a:spcAft>
              <a:defRPr sz="1050">
                <a:solidFill>
                  <a:srgbClr val="F8FAFC"/>
                </a:solidFill>
              </a:defRPr>
            </a:pPr>
            <a:r>
              <a:t>• Background sync queue automatically pushes dossiers upon network re-entry.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PROCESS WORKFLOW &amp; AUDIT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79576" y="15544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Step 1: AI Trigger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Ministry portal triggers surprise or routine audit via AI Randomizer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34056" y="155448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B82F6"/>
                </a:solidFill>
              </a:defRPr>
            </a:pPr>
            <a:r>
              <a:t>Step 2: Officer Dispatch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Assigned PMU inspector receives push alert with facility target and GPS route.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88536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Step 3: Geofence Validation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Inspector reaches site; device GPS locks within 150m cadastral geofence.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43016" y="155448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Step 4: Evidence Capture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Inspector verifies headcount, captures watermarked photo &amp; incharge signature.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97496" y="15544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Step 5: Offline/Live Sync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Audit is queued in local memory if offline, or pushed directly to central server.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0392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51976" y="155448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Step 6: SHA-256 Dossier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Central server compiles tamper-proof digital dossier with SHA-256 hash &amp; alerts.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0" y="1371600"/>
            <a:ext cx="1444752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06456" y="155448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240280"/>
            <a:ext cx="12618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A855F7"/>
                </a:solidFill>
              </a:defRPr>
            </a:pPr>
            <a:r>
              <a:t>Step 7: Ministry Action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MoSJE officials review dossier, track corrective actions, and publish summary.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937760"/>
            <a:ext cx="10728655" cy="137160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CLOSED-LOOP ACCOUNTABILITY CYCLE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Every field event is cryptographically sealed, geo-validated, and cross-referenced with simulated CCTV feeds and citizen reports. Eliminates reporting delays from 3 weeks down to under 60 seconds.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FEASIBILITY, RISK ANALYSIS &amp; MITIGATION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512064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Implementation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10B981"/>
                </a:solidFill>
              </a:defRPr>
            </a:pPr>
            <a:r>
              <a:t>✔ Economic Feasibility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Zero hardware investment required. Operates seamlessly on existing Android / iOS smartphones of PMU officers and standard browser laptops of officials.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Operational Feasibility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Intuitive, clean UI designed for low digital literacy. Features guided step checklists, pre-filled scheme metadata, and one-tap submission.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Technical Feasibility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Built on robust web standards (HTML5, PWA, Service Workers, REST API) that eliminate vendor lock-in and enable rapid integration into MoSJE IT systems.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✔ Deployment Speed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PWA model avoids app-store approval delays; updates are distributed instantly over-the-air across all states and districts.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120640" cy="5212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4475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Risk Matrix &amp; Engineering 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 b="1">
                <a:solidFill>
                  <a:srgbClr val="EF4444"/>
                </a:solidFill>
              </a:defRPr>
            </a:pPr>
            <a:r>
              <a:t>⚠ Risk: Remote Cellular Dead Zones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Mitigation: Client-side SQLite/IndexedDB encrypted offline queue with automatic reconnection sync and local tamper seals.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Risk: GPS Spoofing &amp; Mock Locations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Mitigation: Multi-point sensor fusion combining hardware GPS, cell-tower telemetry, and cadastral polygon checks.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Risk: Image Manipulation / Stored Photos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Mitigation: Direct hardware camera capture API (no file picker) with burned-in dynamic UTC &amp; Lat/Long watermarks.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⚠ Risk: Institutional Collusion</a:t>
            </a:r>
          </a:p>
          <a:p>
            <a:pPr>
              <a:spcAft>
                <a:spcPts val="600"/>
              </a:spcAft>
              <a:defRPr sz="980">
                <a:solidFill>
                  <a:srgbClr val="F8FAFC"/>
                </a:solidFill>
              </a:defRPr>
            </a:pPr>
            <a:r>
              <a:t>Mitigation: Central AI Randomizer assigns surprise visits without prior disclosure to inspectors or target centers.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WORKING PROTOTYPE DELIVERABLES IN PROJECT CODEBASE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Role-Based Login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File: index.html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Drop-box role selector (Ministry, Inspector, User).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Direct routing to respective role applications.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Instant demo credentials for judges and evaluators.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One-click logout and session switcher.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Ministry Central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7830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</a:defRPr>
            </a:pPr>
            <a:r>
              <a:t>File: index.html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Real-time KPI counters (Schemes, Completed, Flagged).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Bar chart of surprise vs routine audits (Chart.js).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Dynamic inspection data table with search and filters.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AI fraud alert feed tracking biometric anomalies.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8016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GIS Command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8308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File: index.html (Leaflet)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Dual-tile OpenStreetMap &amp; CartoDB engine.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3.5km Cadastral Geofence perimeter toggle.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Live inspector GPS markers with status popups.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One-click Ranchi MoSJE PMU Hub recenter.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965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4. Inspector Mobile PWA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F59E0B"/>
                </a:solidFill>
              </a:defRPr>
            </a:pPr>
            <a:r>
              <a:t>File: app.html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Dedicated mobile UI frame with touch signature pad.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GPS watermarking camera simulation.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100% offline inspection form checklist.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Local queue viewer with one-click sync button.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93192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0965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5. Citizen Transparency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348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A855F7"/>
                </a:solidFill>
              </a:defRPr>
            </a:pPr>
            <a:r>
              <a:t>File: index1.html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5488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Public scheme tracker for DoSJE programs.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SHA-256 tamper-proof dossier verifier.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Citizen grievance &amp; photo upload channel.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Multi-role cross-navigation bar.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931920"/>
            <a:ext cx="342900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0965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6. Production App Launcher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434840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File: launcher.py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75488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Multi-threaded local Python web server.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Auto-launches default browser at localhost.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Compiled standalone executable (Launcher.exe).</a:t>
            </a:r>
          </a:p>
          <a:p>
            <a:pPr>
              <a:spcAft>
                <a:spcPts val="200"/>
              </a:spcAft>
              <a:defRPr sz="950">
                <a:solidFill>
                  <a:srgbClr val="F8FAFC"/>
                </a:solidFill>
              </a:defRPr>
            </a:pPr>
            <a:r>
              <a:t>• Offline zero-configuration demo launcher.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QUANTIFIABLE IMPACT &amp; NATIONAL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2542032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71600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</a:defRPr>
            </a:pPr>
            <a:r>
              <a:t>90%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Faster Reporting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Turnaround reduced from 21 days to under 60 seconds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280160"/>
            <a:ext cx="2542032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371600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</a:defRPr>
            </a:pPr>
            <a:r>
              <a:t>99.4%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Audit Integrity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Elimination of fake &amp; proxy reporting via geofencing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542032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371600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59E0B"/>
                </a:solidFill>
              </a:defRPr>
            </a:pPr>
            <a:r>
              <a:t>100%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Paperless Audits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Zero printing, physical courier, or manual storage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280160"/>
            <a:ext cx="2542032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371600"/>
            <a:ext cx="22677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855F7"/>
                </a:solidFill>
              </a:defRPr>
            </a:pPr>
            <a:r>
              <a:t>128+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Welfare Schemes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Scalable multi-scheme monitoring under single umbrella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8328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5478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For MoSJE Central Ministry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Instant executive visibility into all state PMU teams.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Automated alert escalation for non-compliant centers.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Evidence-based allocation of central welfare funds.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Digital audit dossiers ready for CAG and parliamentary reviews.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38328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5478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For Field Inspectors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8862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Hassle-free offline mobile app replaces heavy paper forms.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High-accuracy GPS watermarking and touch signatures.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Route guidance and automated task queue management.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Protection against false allegations via tamper-proof timestamp proofs.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38328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54787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For Citizens &amp; Beneficiaries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8862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Transparent access to public welfare inspection outcomes.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Improved hygiene, food quality, and educational standards.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Direct whistleblower channel to flag fake centers or corruption.</a:t>
            </a:r>
          </a:p>
          <a:p>
            <a:pPr>
              <a:spcAft>
                <a:spcPts val="400"/>
              </a:spcAft>
              <a:defRPr sz="1000">
                <a:solidFill>
                  <a:srgbClr val="F8FAFC"/>
                </a:solidFill>
              </a:defRPr>
            </a:pPr>
            <a:r>
              <a:t>• SHA-256 cryptographic verification of government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593" cy="73152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593" y="0"/>
            <a:ext cx="4063593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187" y="0"/>
            <a:ext cx="406450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004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SMART INDIA HACKATHON 2026 • SIH26095 • SMART AUTOMATION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FUTURE ROADMAP &amp;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365760"/>
            <a:ext cx="59436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1: Pilot &amp; SIH (Current)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3-Tier Multi-Role Web/PWA Application.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Leaflet GIS Real-time Inspector Tracking.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Offline-First Queue with Auto-Sync.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✔ AI Randomizer &amp; Watermarked Photo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2: Advanced AI &amp; Hardware (3-6 Months)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Drone automated perimeter &amp; boundary survey.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On-device OCR for handwritten attendance registers.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Vernacular voice checklists in 12 Indian languages.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Biometric thumbprint scanner Bluetooth integration.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280160"/>
            <a:ext cx="342900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4475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Phase 3: National Scale (6-12 Months)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063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Direct integration into MoSJE central IT infrastructure.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PFMS disbursement lock linked to audit approval.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Multi-ministry expansion (MoE, MoRD, MoHFW).</a:t>
            </a:r>
          </a:p>
          <a:p>
            <a:pPr>
              <a:spcAft>
                <a:spcPts val="500"/>
              </a:spcAft>
              <a:defRPr sz="1050">
                <a:solidFill>
                  <a:srgbClr val="F8FAFC"/>
                </a:solidFill>
              </a:defRPr>
            </a:pPr>
            <a:r>
              <a:t>• Nationwide roll-out across all 36 States &amp; 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10728655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CONCLUSION &amp; COMMITMENT</a:t>
            </a:r>
          </a:p>
          <a:p>
            <a:pPr>
              <a:spcAft>
                <a:spcPts val="600"/>
              </a:spcAft>
              <a:defRPr sz="1150">
                <a:solidFill>
                  <a:srgbClr val="F8FAFC"/>
                </a:solidFill>
              </a:defRPr>
            </a:pPr>
            <a:r>
              <a:t>Inspect360 modernizes government inspection governance from a reactive, paper-heavy routine into a proactive, tamper-proof, AI-assisted vigilance ecosystem. It guarantees that every rupee allocated for social welfare reaches genuine citizens.</a:t>
            </a:r>
          </a:p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THANK YOU!  |  Team Smart Inspect (AMP2026018)  | 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