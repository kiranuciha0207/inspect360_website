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media/image1.png" ContentType="image/png"/>
  <Override PartName="/ppt/media/image7.jpeg" ContentType="image/jpeg"/>
  <Override PartName="/ppt/media/image2.jpeg" ContentType="image/jpeg"/>
  <Override PartName="/ppt/media/image23.jpeg" ContentType="image/jpeg"/>
  <Override PartName="/ppt/media/image8.png" ContentType="image/png"/>
  <Override PartName="/ppt/media/image3.png" ContentType="image/png"/>
  <Override PartName="/ppt/media/image4.jpeg" ContentType="image/jpeg"/>
  <Override PartName="/ppt/media/image5.jpeg" ContentType="image/jpeg"/>
  <Override PartName="/ppt/media/image6.jpeg" ContentType="image/jpeg"/>
  <Override PartName="/ppt/media/image9.jpeg" ContentType="image/jpeg"/>
  <Override PartName="/ppt/media/image10.jpeg" ContentType="image/jpeg"/>
  <Override PartName="/ppt/media/image11.jpeg" ContentType="image/jpeg"/>
  <Override PartName="/ppt/media/image12.png" ContentType="image/png"/>
  <Override PartName="/ppt/media/image18.jpeg" ContentType="image/jpe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9.jpeg" ContentType="image/jpeg"/>
  <Override PartName="/ppt/media/image20.jpeg" ContentType="image/jpeg"/>
  <Override PartName="/ppt/media/image21.jpeg" ContentType="image/jpeg"/>
  <Override PartName="/ppt/media/image22.jpeg" ContentType="image/jpeg"/>
  <Override PartName="/ppt/media/image24.png" ContentType="image/png"/>
  <Override PartName="/ppt/media/image25.jpeg" ContentType="image/jpeg"/>
  <Override PartName="/ppt/media/image27.png" ContentType="image/png"/>
  <Override PartName="/ppt/media/image26.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D81291E-D7A3-46C1-A6C7-477B1BC39ECE}"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FFB1849-DAF2-4869-BF7D-245D1F51A71E}"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0288DBE0-1F76-4390-830B-ADBC77F80979}"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44CE6DEB-E21D-49F0-802F-5AD11363461F}" type="slidenum">
              <a:t>&lt;#&gt;</a:t>
            </a:fld>
          </a:p>
        </p:txBody>
      </p:sp>
      <p:sp>
        <p:nvSpPr>
          <p:cNvPr id="6" name="PlaceHolder 5"/>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E03866F-7151-46A5-B332-DB2C9C6C43C3}"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2BF6AFBD-6408-405B-B283-DF58FD25B872}" type="slidenum">
              <a:t>&lt;#&gt;</a:t>
            </a:fld>
          </a:p>
        </p:txBody>
      </p:sp>
      <p:sp>
        <p:nvSpPr>
          <p:cNvPr id="7" name="PlaceHolder 6"/>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A541ADA-CA72-4B84-AE0E-44D11669D3D7}"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AE2D308-D429-44A3-B0EF-90D131914F2F}" type="slidenum">
              <a:t>&lt;#&gt;</a:t>
            </a:fld>
          </a:p>
        </p:txBody>
      </p:sp>
      <p:sp>
        <p:nvSpPr>
          <p:cNvPr id="5" name="PlaceHolder 4"/>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44CE2310-1F38-4775-8839-F7D3F68CC245}" type="slidenum">
              <a:t>&lt;#&gt;</a:t>
            </a:fld>
          </a:p>
        </p:txBody>
      </p:sp>
      <p:sp>
        <p:nvSpPr>
          <p:cNvPr id="4" name="PlaceHolder 3"/>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60F24E6-9D0B-44F4-8A0E-F19B2D5C4B4E}" type="slidenum">
              <a:t>&lt;#&gt;</a:t>
            </a:fld>
          </a:p>
        </p:txBody>
      </p:sp>
      <p:sp>
        <p:nvSpPr>
          <p:cNvPr id="4" name="PlaceHolder 3"/>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873EF30E-8A6D-400E-9E4A-99B05A28BCCA}" type="slidenum">
              <a:t>&lt;#&gt;</a:t>
            </a:fld>
          </a:p>
        </p:txBody>
      </p:sp>
      <p:sp>
        <p:nvSpPr>
          <p:cNvPr id="4" name="PlaceHolder 3"/>
          <p:cNvSpPr>
            <a:spLocks noGrp="1"/>
          </p:cNvSpPr>
          <p:nvPr>
            <p:ph type="dt" idx="3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 </a:t>
            </a:r>
            <a:endParaRPr b="0" lang="en-IN"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 </a:t>
            </a:r>
            <a:endParaRPr b="0" lang="en-IN"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90B63330-2857-4060-8B1B-C8EC83181B36}" type="slidenum">
              <a:rPr b="0" lang="en-US" sz="1200" spc="-1" strike="noStrike">
                <a:solidFill>
                  <a:schemeClr val="dk1">
                    <a:tint val="75000"/>
                  </a:schemeClr>
                </a:solidFill>
                <a:latin typeface="Calibri"/>
              </a:rPr>
              <a:t>3</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BCD321A-504B-4CE1-A4FD-F4DF2934BEF7}"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D889C64-F73F-472D-8CD9-49A3FF3A9BEE}"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EB9FF326-6732-4C57-B864-63BB3023F24B}"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4ADBB286-1DCA-4BEE-8CC6-A9797CC011AF}"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74D5DE70-69D8-40F8-9CB5-3859DD90D3DE}"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A6E4E31-26C7-42AC-9BE2-6FA750CFA889}"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D176710F-69D0-4924-BC69-1FDD6005D9CF}"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2154A399-18E2-4C0F-A16E-75BE16BDE19C}"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855E9E1-E5B1-481D-BE1C-11DDC567A32A}"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4DDB7867-C461-48AD-B74C-EF9C8EB930BD}"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7.jpeg"/><Relationship Id="rId9"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3.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image" Target="../media/image15.png"/><Relationship Id="rId9" Type="http://schemas.openxmlformats.org/officeDocument/2006/relationships/image" Target="../media/image15.png"/><Relationship Id="rId10" Type="http://schemas.openxmlformats.org/officeDocument/2006/relationships/image" Target="../media/image18.jpeg"/><Relationship Id="rId11" Type="http://schemas.openxmlformats.org/officeDocument/2006/relationships/image" Target="../media/image19.jpeg"/><Relationship Id="rId12" Type="http://schemas.openxmlformats.org/officeDocument/2006/relationships/image" Target="../media/image20.jpeg"/><Relationship Id="rId13"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image" Target="../media/image21.jpeg"/><Relationship Id="rId4" Type="http://schemas.openxmlformats.org/officeDocument/2006/relationships/image" Target="../media/image22.jpeg"/><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jpeg"/><Relationship Id="rId8"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image" Target="../media/image26.jpe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 Id="rId3"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cfe"/>
        </a:solidFill>
      </p:bgPr>
    </p:bg>
    <p:spTree>
      <p:nvGrpSpPr>
        <p:cNvPr id="1" name=""/>
        <p:cNvGrpSpPr/>
        <p:nvPr/>
      </p:nvGrpSpPr>
      <p:grpSpPr>
        <a:xfrm>
          <a:off x="0" y="0"/>
          <a:ext cx="0" cy="0"/>
          <a:chOff x="0" y="0"/>
          <a:chExt cx="0" cy="0"/>
        </a:xfrm>
      </p:grpSpPr>
      <p:grpSp>
        <p:nvGrpSpPr>
          <p:cNvPr id="67" name="Group 2"/>
          <p:cNvGrpSpPr/>
          <p:nvPr/>
        </p:nvGrpSpPr>
        <p:grpSpPr>
          <a:xfrm>
            <a:off x="-9873360" y="1717200"/>
            <a:ext cx="18686520" cy="18252720"/>
            <a:chOff x="-9873360" y="1717200"/>
            <a:chExt cx="18686520" cy="18252720"/>
          </a:xfrm>
        </p:grpSpPr>
        <p:grpSp>
          <p:nvGrpSpPr>
            <p:cNvPr id="68" name="Group 3"/>
            <p:cNvGrpSpPr/>
            <p:nvPr/>
          </p:nvGrpSpPr>
          <p:grpSpPr>
            <a:xfrm>
              <a:off x="-8353080" y="6184440"/>
              <a:ext cx="17166240" cy="13292640"/>
              <a:chOff x="-8353080" y="6184440"/>
              <a:chExt cx="17166240" cy="13292640"/>
            </a:xfrm>
          </p:grpSpPr>
          <p:sp>
            <p:nvSpPr>
              <p:cNvPr id="69" name="Freeform 4"/>
              <p:cNvSpPr/>
              <p:nvPr/>
            </p:nvSpPr>
            <p:spPr>
              <a:xfrm rot="12170400">
                <a:off x="-7352640" y="88416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70" name="TextBox 5"/>
              <p:cNvSpPr/>
              <p:nvPr/>
            </p:nvSpPr>
            <p:spPr>
              <a:xfrm rot="12170400">
                <a:off x="-7399080" y="88322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71" name="Group 6"/>
            <p:cNvGrpSpPr/>
            <p:nvPr/>
          </p:nvGrpSpPr>
          <p:grpSpPr>
            <a:xfrm>
              <a:off x="-1563480" y="2184480"/>
              <a:ext cx="1839600" cy="15775920"/>
              <a:chOff x="-1563480" y="2184480"/>
              <a:chExt cx="1839600" cy="15775920"/>
            </a:xfrm>
          </p:grpSpPr>
          <p:sp>
            <p:nvSpPr>
              <p:cNvPr id="72" name="Freeform 7"/>
              <p:cNvSpPr/>
              <p:nvPr/>
            </p:nvSpPr>
            <p:spPr>
              <a:xfrm rot="16108800">
                <a:off x="-8398800" y="9480960"/>
                <a:ext cx="15750000" cy="1182600"/>
              </a:xfrm>
              <a:custGeom>
                <a:avLst/>
                <a:gdLst>
                  <a:gd name="textAreaLeft" fmla="*/ 0 w 15750000"/>
                  <a:gd name="textAreaRight" fmla="*/ 15750360 w 15750000"/>
                  <a:gd name="textAreaTop" fmla="*/ 0 h 1182600"/>
                  <a:gd name="textAreaBottom" fmla="*/ 1182960 h 118260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73" name="TextBox 8"/>
              <p:cNvSpPr/>
              <p:nvPr/>
            </p:nvSpPr>
            <p:spPr>
              <a:xfrm rot="16108800">
                <a:off x="-6603120" y="9339480"/>
                <a:ext cx="11868480" cy="147384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74" name="Group 9"/>
            <p:cNvGrpSpPr/>
            <p:nvPr/>
          </p:nvGrpSpPr>
          <p:grpSpPr>
            <a:xfrm>
              <a:off x="-9873360" y="3693960"/>
              <a:ext cx="16685280" cy="16160040"/>
              <a:chOff x="-9873360" y="3693960"/>
              <a:chExt cx="16685280" cy="16160040"/>
            </a:xfrm>
          </p:grpSpPr>
          <p:sp>
            <p:nvSpPr>
              <p:cNvPr id="75" name="Freeform 10"/>
              <p:cNvSpPr/>
              <p:nvPr/>
            </p:nvSpPr>
            <p:spPr>
              <a:xfrm rot="13324200">
                <a:off x="-9079920" y="78066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76" name="TextBox 11"/>
              <p:cNvSpPr/>
              <p:nvPr/>
            </p:nvSpPr>
            <p:spPr>
              <a:xfrm rot="13324200">
                <a:off x="-9159840" y="77756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77" name="Group 12"/>
            <p:cNvGrpSpPr/>
            <p:nvPr/>
          </p:nvGrpSpPr>
          <p:grpSpPr>
            <a:xfrm>
              <a:off x="-9191880" y="5339160"/>
              <a:ext cx="17227080" cy="14175000"/>
              <a:chOff x="-9191880" y="5339160"/>
              <a:chExt cx="17227080" cy="14175000"/>
            </a:xfrm>
          </p:grpSpPr>
          <p:sp>
            <p:nvSpPr>
              <p:cNvPr id="78" name="Freeform 13"/>
              <p:cNvSpPr/>
              <p:nvPr/>
            </p:nvSpPr>
            <p:spPr>
              <a:xfrm rot="12462600">
                <a:off x="-8151840" y="84420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79" name="TextBox 14"/>
              <p:cNvSpPr/>
              <p:nvPr/>
            </p:nvSpPr>
            <p:spPr>
              <a:xfrm rot="12462600">
                <a:off x="-8207640" y="842832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80" name="Group 15"/>
            <p:cNvGrpSpPr/>
            <p:nvPr/>
          </p:nvGrpSpPr>
          <p:grpSpPr>
            <a:xfrm>
              <a:off x="-9293400" y="2185200"/>
              <a:ext cx="14107680" cy="17226720"/>
              <a:chOff x="-9293400" y="2185200"/>
              <a:chExt cx="14107680" cy="17226720"/>
            </a:xfrm>
          </p:grpSpPr>
          <p:sp>
            <p:nvSpPr>
              <p:cNvPr id="81" name="Freeform 16"/>
              <p:cNvSpPr/>
              <p:nvPr/>
            </p:nvSpPr>
            <p:spPr>
              <a:xfrm rot="14560800">
                <a:off x="-9762120" y="686484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82" name="TextBox 17"/>
              <p:cNvSpPr/>
              <p:nvPr/>
            </p:nvSpPr>
            <p:spPr>
              <a:xfrm rot="14560800">
                <a:off x="-9868680" y="68000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83" name="Group 18"/>
            <p:cNvGrpSpPr/>
            <p:nvPr/>
          </p:nvGrpSpPr>
          <p:grpSpPr>
            <a:xfrm>
              <a:off x="-9107640" y="1717200"/>
              <a:ext cx="11155680" cy="18252720"/>
              <a:chOff x="-9107640" y="1717200"/>
              <a:chExt cx="11155680" cy="18252720"/>
            </a:xfrm>
          </p:grpSpPr>
          <p:sp>
            <p:nvSpPr>
              <p:cNvPr id="84" name="Freeform 19"/>
              <p:cNvSpPr/>
              <p:nvPr/>
            </p:nvSpPr>
            <p:spPr>
              <a:xfrm rot="15526800">
                <a:off x="-11923200" y="6941160"/>
                <a:ext cx="17021880" cy="7757280"/>
              </a:xfrm>
              <a:custGeom>
                <a:avLst/>
                <a:gdLst>
                  <a:gd name="textAreaLeft" fmla="*/ 0 w 17021880"/>
                  <a:gd name="textAreaRight" fmla="*/ 17022240 w 17021880"/>
                  <a:gd name="textAreaTop" fmla="*/ 0 h 7757280"/>
                  <a:gd name="textAreaBottom" fmla="*/ 7757640 h 7757280"/>
                </a:gdLst>
                <a:ahLst/>
                <a:rect l="textAreaLeft" t="textAreaTop" r="textAreaRight" b="textAreaBottom"/>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85" name="TextBox 20"/>
              <p:cNvSpPr/>
              <p:nvPr/>
            </p:nvSpPr>
            <p:spPr>
              <a:xfrm rot="15526800">
                <a:off x="-12040560" y="6845040"/>
                <a:ext cx="1702188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grpSp>
        <p:nvGrpSpPr>
          <p:cNvPr id="86" name="Group 21"/>
          <p:cNvGrpSpPr/>
          <p:nvPr/>
        </p:nvGrpSpPr>
        <p:grpSpPr>
          <a:xfrm>
            <a:off x="9474840" y="-9682920"/>
            <a:ext cx="18686520" cy="18252720"/>
            <a:chOff x="9474840" y="-9682920"/>
            <a:chExt cx="18686520" cy="18252720"/>
          </a:xfrm>
        </p:grpSpPr>
        <p:grpSp>
          <p:nvGrpSpPr>
            <p:cNvPr id="87" name="Group 22"/>
            <p:cNvGrpSpPr/>
            <p:nvPr/>
          </p:nvGrpSpPr>
          <p:grpSpPr>
            <a:xfrm>
              <a:off x="9474840" y="-9190080"/>
              <a:ext cx="17166240" cy="13292640"/>
              <a:chOff x="9474840" y="-9190080"/>
              <a:chExt cx="17166240" cy="13292640"/>
            </a:xfrm>
          </p:grpSpPr>
          <p:sp>
            <p:nvSpPr>
              <p:cNvPr id="88" name="Freeform 23"/>
              <p:cNvSpPr/>
              <p:nvPr/>
            </p:nvSpPr>
            <p:spPr>
              <a:xfrm rot="1370400">
                <a:off x="10382040" y="-631188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89" name="TextBox 24"/>
              <p:cNvSpPr/>
              <p:nvPr/>
            </p:nvSpPr>
            <p:spPr>
              <a:xfrm rot="1370400">
                <a:off x="10428480" y="-654192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90" name="Group 25"/>
            <p:cNvGrpSpPr/>
            <p:nvPr/>
          </p:nvGrpSpPr>
          <p:grpSpPr>
            <a:xfrm>
              <a:off x="18011880" y="-7673400"/>
              <a:ext cx="1839600" cy="15775920"/>
              <a:chOff x="18011880" y="-7673400"/>
              <a:chExt cx="1839600" cy="15775920"/>
            </a:xfrm>
          </p:grpSpPr>
          <p:sp>
            <p:nvSpPr>
              <p:cNvPr id="91" name="Freeform 26"/>
              <p:cNvSpPr/>
              <p:nvPr/>
            </p:nvSpPr>
            <p:spPr>
              <a:xfrm rot="5308800">
                <a:off x="10936800" y="-376560"/>
                <a:ext cx="15750000" cy="1182600"/>
              </a:xfrm>
              <a:custGeom>
                <a:avLst/>
                <a:gdLst>
                  <a:gd name="textAreaLeft" fmla="*/ 0 w 15750000"/>
                  <a:gd name="textAreaRight" fmla="*/ 15750360 w 15750000"/>
                  <a:gd name="textAreaTop" fmla="*/ 0 h 1182600"/>
                  <a:gd name="textAreaBottom" fmla="*/ 1182960 h 118260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92" name="TextBox 27"/>
              <p:cNvSpPr/>
              <p:nvPr/>
            </p:nvSpPr>
            <p:spPr>
              <a:xfrm rot="5308800">
                <a:off x="13022640" y="-526320"/>
                <a:ext cx="11868480" cy="147384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93" name="Group 28"/>
            <p:cNvGrpSpPr/>
            <p:nvPr/>
          </p:nvGrpSpPr>
          <p:grpSpPr>
            <a:xfrm>
              <a:off x="11476080" y="-9567000"/>
              <a:ext cx="16685280" cy="16160040"/>
              <a:chOff x="11476080" y="-9567000"/>
              <a:chExt cx="16685280" cy="16160040"/>
            </a:xfrm>
          </p:grpSpPr>
          <p:sp>
            <p:nvSpPr>
              <p:cNvPr id="94" name="Freeform 29"/>
              <p:cNvSpPr/>
              <p:nvPr/>
            </p:nvSpPr>
            <p:spPr>
              <a:xfrm rot="2524200">
                <a:off x="12109320" y="-527688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95" name="TextBox 30"/>
              <p:cNvSpPr/>
              <p:nvPr/>
            </p:nvSpPr>
            <p:spPr>
              <a:xfrm rot="2524200">
                <a:off x="12189240" y="-548532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96" name="Group 31"/>
            <p:cNvGrpSpPr/>
            <p:nvPr/>
          </p:nvGrpSpPr>
          <p:grpSpPr>
            <a:xfrm>
              <a:off x="10252800" y="-9227160"/>
              <a:ext cx="17227080" cy="14175000"/>
              <a:chOff x="10252800" y="-9227160"/>
              <a:chExt cx="17227080" cy="14175000"/>
            </a:xfrm>
          </p:grpSpPr>
          <p:sp>
            <p:nvSpPr>
              <p:cNvPr id="97" name="Freeform 32"/>
              <p:cNvSpPr/>
              <p:nvPr/>
            </p:nvSpPr>
            <p:spPr>
              <a:xfrm rot="1662600">
                <a:off x="11181240" y="-591228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98" name="TextBox 33"/>
              <p:cNvSpPr/>
              <p:nvPr/>
            </p:nvSpPr>
            <p:spPr>
              <a:xfrm rot="1662600">
                <a:off x="11237040" y="-613800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99" name="Group 34"/>
            <p:cNvGrpSpPr/>
            <p:nvPr/>
          </p:nvGrpSpPr>
          <p:grpSpPr>
            <a:xfrm>
              <a:off x="13473720" y="-9124920"/>
              <a:ext cx="14107680" cy="17226720"/>
              <a:chOff x="13473720" y="-9124920"/>
              <a:chExt cx="14107680" cy="17226720"/>
            </a:xfrm>
          </p:grpSpPr>
          <p:sp>
            <p:nvSpPr>
              <p:cNvPr id="100" name="Freeform 35"/>
              <p:cNvSpPr/>
              <p:nvPr/>
            </p:nvSpPr>
            <p:spPr>
              <a:xfrm rot="3760800">
                <a:off x="12791520" y="-433512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01" name="TextBox 36"/>
              <p:cNvSpPr/>
              <p:nvPr/>
            </p:nvSpPr>
            <p:spPr>
              <a:xfrm rot="3760800">
                <a:off x="12898080" y="-450972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02" name="Group 37"/>
            <p:cNvGrpSpPr/>
            <p:nvPr/>
          </p:nvGrpSpPr>
          <p:grpSpPr>
            <a:xfrm>
              <a:off x="16239960" y="-9682920"/>
              <a:ext cx="11155680" cy="18252720"/>
              <a:chOff x="16239960" y="-9682920"/>
              <a:chExt cx="11155680" cy="18252720"/>
            </a:xfrm>
          </p:grpSpPr>
          <p:sp>
            <p:nvSpPr>
              <p:cNvPr id="103" name="Freeform 38"/>
              <p:cNvSpPr/>
              <p:nvPr/>
            </p:nvSpPr>
            <p:spPr>
              <a:xfrm rot="4726800">
                <a:off x="13189320" y="-4411440"/>
                <a:ext cx="17021880" cy="7757280"/>
              </a:xfrm>
              <a:custGeom>
                <a:avLst/>
                <a:gdLst>
                  <a:gd name="textAreaLeft" fmla="*/ 0 w 17021880"/>
                  <a:gd name="textAreaRight" fmla="*/ 17022240 w 17021880"/>
                  <a:gd name="textAreaTop" fmla="*/ 0 h 7757280"/>
                  <a:gd name="textAreaBottom" fmla="*/ 7757640 h 7757280"/>
                </a:gdLst>
                <a:ahLst/>
                <a:rect l="textAreaLeft" t="textAreaTop" r="textAreaRight" b="textAreaBottom"/>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04" name="TextBox 39"/>
              <p:cNvSpPr/>
              <p:nvPr/>
            </p:nvSpPr>
            <p:spPr>
              <a:xfrm rot="4726800">
                <a:off x="13306680" y="-4554720"/>
                <a:ext cx="1702188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sp>
        <p:nvSpPr>
          <p:cNvPr id="105" name="Freeform 40"/>
          <p:cNvSpPr/>
          <p:nvPr/>
        </p:nvSpPr>
        <p:spPr>
          <a:xfrm flipH="1">
            <a:off x="13331520" y="8570160"/>
            <a:ext cx="7314840" cy="2958480"/>
          </a:xfrm>
          <a:custGeom>
            <a:avLst/>
            <a:gdLst>
              <a:gd name="textAreaLeft" fmla="*/ -360 w 7314840"/>
              <a:gd name="textAreaRight" fmla="*/ 7314840 w 7314840"/>
              <a:gd name="textAreaTop" fmla="*/ 0 h 2958480"/>
              <a:gd name="textAreaBottom" fmla="*/ 2958840 h 2958480"/>
            </a:gdLst>
            <a:ahLst/>
            <a:rect l="textAreaLeft" t="textAreaTop" r="textAreaRight" b="textAreaBottom"/>
            <a:pathLst>
              <a:path w="7315200" h="2958662">
                <a:moveTo>
                  <a:pt x="7315200" y="0"/>
                </a:moveTo>
                <a:lnTo>
                  <a:pt x="0" y="0"/>
                </a:lnTo>
                <a:lnTo>
                  <a:pt x="0" y="2958662"/>
                </a:lnTo>
                <a:lnTo>
                  <a:pt x="7315200" y="2958662"/>
                </a:lnTo>
                <a:lnTo>
                  <a:pt x="731520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06" name="Freeform 41"/>
          <p:cNvSpPr/>
          <p:nvPr/>
        </p:nvSpPr>
        <p:spPr>
          <a:xfrm flipV="1">
            <a:off x="-2359080" y="-1242000"/>
            <a:ext cx="7314840" cy="2958480"/>
          </a:xfrm>
          <a:custGeom>
            <a:avLst/>
            <a:gdLst>
              <a:gd name="textAreaLeft" fmla="*/ 0 w 7314840"/>
              <a:gd name="textAreaRight" fmla="*/ 7315200 w 7314840"/>
              <a:gd name="textAreaTop" fmla="*/ 360 h 2958480"/>
              <a:gd name="textAreaBottom" fmla="*/ 2959200 h 2958480"/>
            </a:gdLst>
            <a:ahLst/>
            <a:rect l="textAreaLeft" t="textAreaTop" r="textAreaRight" b="textAreaBottom"/>
            <a:pathLst>
              <a:path w="7315200" h="2958662">
                <a:moveTo>
                  <a:pt x="0" y="2958662"/>
                </a:moveTo>
                <a:lnTo>
                  <a:pt x="7315200" y="2958662"/>
                </a:lnTo>
                <a:lnTo>
                  <a:pt x="7315200" y="0"/>
                </a:lnTo>
                <a:lnTo>
                  <a:pt x="0" y="0"/>
                </a:lnTo>
                <a:lnTo>
                  <a:pt x="0" y="2958662"/>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07" name="TextBox 42"/>
          <p:cNvSpPr/>
          <p:nvPr/>
        </p:nvSpPr>
        <p:spPr>
          <a:xfrm>
            <a:off x="4452120" y="180360"/>
            <a:ext cx="8722800" cy="63972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r>
              <a:rPr b="1" lang="en-US" sz="3600" spc="-1" strike="noStrike">
                <a:solidFill>
                  <a:srgbClr val="385598"/>
                </a:solidFill>
                <a:latin typeface="Muli Bold"/>
                <a:ea typeface="Muli Bold"/>
              </a:rPr>
              <a:t>SMART INDIA HACKATHON 2026</a:t>
            </a:r>
            <a:endParaRPr b="0" lang="en-IN" sz="3600" spc="-1" strike="noStrike">
              <a:solidFill>
                <a:srgbClr val="000000"/>
              </a:solidFill>
              <a:latin typeface="Arial"/>
            </a:endParaRPr>
          </a:p>
        </p:txBody>
      </p:sp>
      <p:sp>
        <p:nvSpPr>
          <p:cNvPr id="108" name="TextBox 43"/>
          <p:cNvSpPr/>
          <p:nvPr/>
        </p:nvSpPr>
        <p:spPr>
          <a:xfrm>
            <a:off x="3573360" y="933480"/>
            <a:ext cx="10142280" cy="64044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r>
              <a:rPr b="0" lang="en-US" sz="3600" spc="-1" strike="noStrike">
                <a:solidFill>
                  <a:srgbClr val="385598"/>
                </a:solidFill>
                <a:latin typeface="Times New Roman"/>
                <a:ea typeface="Times New Roman"/>
              </a:rPr>
              <a:t>Smart Real-Time Monitoring &amp; Inspection Mobile App</a:t>
            </a:r>
            <a:endParaRPr b="0" lang="en-IN" sz="3600" spc="-1" strike="noStrike">
              <a:solidFill>
                <a:srgbClr val="000000"/>
              </a:solidFill>
              <a:latin typeface="Arial"/>
            </a:endParaRPr>
          </a:p>
        </p:txBody>
      </p:sp>
      <p:sp>
        <p:nvSpPr>
          <p:cNvPr id="109" name="TextBox 44"/>
          <p:cNvSpPr/>
          <p:nvPr/>
        </p:nvSpPr>
        <p:spPr>
          <a:xfrm>
            <a:off x="-192960" y="2086920"/>
            <a:ext cx="8598240" cy="576036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endParaRPr b="0" lang="en-IN" sz="1800" spc="-1" strike="noStrike">
              <a:solidFill>
                <a:srgbClr val="000000"/>
              </a:solidFill>
              <a:latin typeface="Arial"/>
            </a:endParaRPr>
          </a:p>
          <a:p>
            <a:pPr algn="ctr" defTabSz="914400">
              <a:lnSpc>
                <a:spcPts val="5040"/>
              </a:lnSpc>
            </a:pPr>
            <a:r>
              <a:rPr b="0" lang="en-US" sz="3600" spc="-1" strike="noStrike">
                <a:solidFill>
                  <a:srgbClr val="385598"/>
                </a:solidFill>
                <a:latin typeface="Times New Roman"/>
                <a:ea typeface="Times New Roman"/>
              </a:rPr>
              <a:t>•</a:t>
            </a:r>
            <a:r>
              <a:rPr b="0" lang="en-US" sz="3600" spc="-1" strike="noStrike">
                <a:solidFill>
                  <a:srgbClr val="385598"/>
                </a:solidFill>
                <a:latin typeface="Times New Roman"/>
                <a:ea typeface="Times New Roman"/>
              </a:rPr>
              <a:t>Problem Statement ID - SIH26095</a:t>
            </a:r>
            <a:endParaRPr b="0" lang="en-IN" sz="3600" spc="-1" strike="noStrike">
              <a:solidFill>
                <a:srgbClr val="000000"/>
              </a:solidFill>
              <a:latin typeface="Arial"/>
            </a:endParaRPr>
          </a:p>
          <a:p>
            <a:pPr algn="ctr" defTabSz="914400">
              <a:lnSpc>
                <a:spcPts val="5040"/>
              </a:lnSpc>
            </a:pPr>
            <a:r>
              <a:rPr b="0" lang="en-US" sz="3600" spc="-1" strike="noStrike">
                <a:solidFill>
                  <a:srgbClr val="385598"/>
                </a:solidFill>
                <a:latin typeface="Times New Roman"/>
                <a:ea typeface="Times New Roman"/>
              </a:rPr>
              <a:t>•</a:t>
            </a:r>
            <a:r>
              <a:rPr b="0" lang="en-US" sz="3600" spc="-1" strike="noStrike">
                <a:solidFill>
                  <a:srgbClr val="385598"/>
                </a:solidFill>
                <a:latin typeface="Times New Roman"/>
                <a:ea typeface="Times New Roman"/>
              </a:rPr>
              <a:t>Problem Statement Title -Smart </a:t>
            </a:r>
            <a:endParaRPr b="0" lang="en-IN" sz="3600" spc="-1" strike="noStrike">
              <a:solidFill>
                <a:srgbClr val="000000"/>
              </a:solidFill>
              <a:latin typeface="Arial"/>
            </a:endParaRPr>
          </a:p>
          <a:p>
            <a:pPr algn="ctr" defTabSz="914400">
              <a:lnSpc>
                <a:spcPts val="5040"/>
              </a:lnSpc>
            </a:pPr>
            <a:r>
              <a:rPr b="0" lang="en-US" sz="3600" spc="-1" strike="noStrike">
                <a:solidFill>
                  <a:srgbClr val="385598"/>
                </a:solidFill>
                <a:latin typeface="Times New Roman"/>
                <a:ea typeface="Times New Roman"/>
              </a:rPr>
              <a:t>Real Time Monitoring and Inspection</a:t>
            </a:r>
            <a:endParaRPr b="0" lang="en-IN" sz="3600" spc="-1" strike="noStrike">
              <a:solidFill>
                <a:srgbClr val="000000"/>
              </a:solidFill>
              <a:latin typeface="Arial"/>
            </a:endParaRPr>
          </a:p>
          <a:p>
            <a:pPr algn="ctr" defTabSz="914400">
              <a:lnSpc>
                <a:spcPts val="5040"/>
              </a:lnSpc>
            </a:pPr>
            <a:r>
              <a:rPr b="0" lang="en-US" sz="3600" spc="-1" strike="noStrike">
                <a:solidFill>
                  <a:srgbClr val="385598"/>
                </a:solidFill>
                <a:latin typeface="Times New Roman"/>
                <a:ea typeface="Times New Roman"/>
              </a:rPr>
              <a:t>•</a:t>
            </a:r>
            <a:r>
              <a:rPr b="0" lang="en-US" sz="3600" spc="-1" strike="noStrike">
                <a:solidFill>
                  <a:srgbClr val="385598"/>
                </a:solidFill>
                <a:latin typeface="Times New Roman"/>
                <a:ea typeface="Times New Roman"/>
              </a:rPr>
              <a:t>Theme - Smart Automation</a:t>
            </a:r>
            <a:endParaRPr b="0" lang="en-IN" sz="3600" spc="-1" strike="noStrike">
              <a:solidFill>
                <a:srgbClr val="000000"/>
              </a:solidFill>
              <a:latin typeface="Arial"/>
            </a:endParaRPr>
          </a:p>
          <a:p>
            <a:pPr algn="ctr" defTabSz="914400">
              <a:lnSpc>
                <a:spcPts val="5040"/>
              </a:lnSpc>
            </a:pPr>
            <a:r>
              <a:rPr b="0" lang="en-US" sz="3600" spc="-1" strike="noStrike">
                <a:solidFill>
                  <a:srgbClr val="385598"/>
                </a:solidFill>
                <a:latin typeface="Times New Roman"/>
                <a:ea typeface="Times New Roman"/>
              </a:rPr>
              <a:t>•</a:t>
            </a:r>
            <a:r>
              <a:rPr b="0" lang="en-US" sz="3600" spc="-1" strike="noStrike">
                <a:solidFill>
                  <a:srgbClr val="385598"/>
                </a:solidFill>
                <a:latin typeface="Times New Roman"/>
                <a:ea typeface="Times New Roman"/>
              </a:rPr>
              <a:t>PS Category - Software</a:t>
            </a:r>
            <a:endParaRPr b="0" lang="en-IN" sz="3600" spc="-1" strike="noStrike">
              <a:solidFill>
                <a:srgbClr val="000000"/>
              </a:solidFill>
              <a:latin typeface="Arial"/>
            </a:endParaRPr>
          </a:p>
          <a:p>
            <a:pPr algn="ctr" defTabSz="914400">
              <a:lnSpc>
                <a:spcPts val="5040"/>
              </a:lnSpc>
            </a:pPr>
            <a:r>
              <a:rPr b="0" lang="en-US" sz="3600" spc="-1" strike="noStrike">
                <a:solidFill>
                  <a:srgbClr val="385598"/>
                </a:solidFill>
                <a:latin typeface="Times New Roman"/>
                <a:ea typeface="Times New Roman"/>
              </a:rPr>
              <a:t>•</a:t>
            </a:r>
            <a:r>
              <a:rPr b="0" lang="en-US" sz="3600" spc="-1" strike="noStrike">
                <a:solidFill>
                  <a:srgbClr val="385598"/>
                </a:solidFill>
                <a:latin typeface="Times New Roman"/>
                <a:ea typeface="Times New Roman"/>
              </a:rPr>
              <a:t>Team ID – AMP2026018</a:t>
            </a:r>
            <a:endParaRPr b="0" lang="en-IN" sz="3600" spc="-1" strike="noStrike">
              <a:solidFill>
                <a:srgbClr val="000000"/>
              </a:solidFill>
              <a:latin typeface="Arial"/>
            </a:endParaRPr>
          </a:p>
          <a:p>
            <a:pPr algn="ctr" defTabSz="914400">
              <a:lnSpc>
                <a:spcPts val="5040"/>
              </a:lnSpc>
            </a:pPr>
            <a:r>
              <a:rPr b="0" lang="en-US" sz="3600" spc="-1" strike="noStrike">
                <a:solidFill>
                  <a:srgbClr val="385598"/>
                </a:solidFill>
                <a:latin typeface="Times New Roman"/>
                <a:ea typeface="Times New Roman"/>
              </a:rPr>
              <a:t>•</a:t>
            </a:r>
            <a:r>
              <a:rPr b="0" lang="en-US" sz="3600" spc="-1" strike="noStrike">
                <a:solidFill>
                  <a:srgbClr val="385598"/>
                </a:solidFill>
                <a:latin typeface="Times New Roman"/>
                <a:ea typeface="Times New Roman"/>
              </a:rPr>
              <a:t>Team Name -Smart Inspect</a:t>
            </a:r>
            <a:endParaRPr b="0" lang="en-IN" sz="3600" spc="-1" strike="noStrike">
              <a:solidFill>
                <a:srgbClr val="000000"/>
              </a:solidFill>
              <a:latin typeface="Arial"/>
            </a:endParaRPr>
          </a:p>
          <a:p>
            <a:pPr algn="ctr" defTabSz="914400">
              <a:lnSpc>
                <a:spcPts val="5040"/>
              </a:lnSpc>
            </a:pPr>
            <a:endParaRPr b="0" lang="en-IN" sz="3600" spc="-1" strike="noStrike">
              <a:solidFill>
                <a:srgbClr val="000000"/>
              </a:solidFill>
              <a:latin typeface="Arial"/>
            </a:endParaRPr>
          </a:p>
        </p:txBody>
      </p:sp>
      <p:sp>
        <p:nvSpPr>
          <p:cNvPr id="110" name="Freeform 45"/>
          <p:cNvSpPr/>
          <p:nvPr/>
        </p:nvSpPr>
        <p:spPr>
          <a:xfrm>
            <a:off x="8396280" y="3170520"/>
            <a:ext cx="9025920" cy="4923000"/>
          </a:xfrm>
          <a:custGeom>
            <a:avLst/>
            <a:gdLst>
              <a:gd name="textAreaLeft" fmla="*/ 0 w 9025920"/>
              <a:gd name="textAreaRight" fmla="*/ 9026280 w 9025920"/>
              <a:gd name="textAreaTop" fmla="*/ 0 h 4923000"/>
              <a:gd name="textAreaBottom" fmla="*/ 4923360 h 4923000"/>
            </a:gdLst>
            <a:ahLst/>
            <a:rect l="textAreaLeft" t="textAreaTop" r="textAreaRight" b="textAreaBottom"/>
            <a:pathLst>
              <a:path w="9026407" h="4923495">
                <a:moveTo>
                  <a:pt x="0" y="0"/>
                </a:moveTo>
                <a:lnTo>
                  <a:pt x="9026407" y="0"/>
                </a:lnTo>
                <a:lnTo>
                  <a:pt x="9026407" y="4923495"/>
                </a:lnTo>
                <a:lnTo>
                  <a:pt x="0" y="4923495"/>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11" name="TextBox 46"/>
          <p:cNvSpPr/>
          <p:nvPr/>
        </p:nvSpPr>
        <p:spPr>
          <a:xfrm>
            <a:off x="-2870640" y="9499680"/>
            <a:ext cx="19316520" cy="33732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385598"/>
                </a:solidFill>
                <a:latin typeface="Muli"/>
                <a:ea typeface="Muli"/>
              </a:rPr>
              <a:t>SMART INDIA HACKATHON 2026 • SIH26095 • Smart Automation   01</a:t>
            </a:r>
            <a:endParaRPr b="0" lang="en-IN"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cfe"/>
        </a:solidFill>
      </p:bgPr>
    </p:bg>
    <p:spTree>
      <p:nvGrpSpPr>
        <p:cNvPr id="1" name=""/>
        <p:cNvGrpSpPr/>
        <p:nvPr/>
      </p:nvGrpSpPr>
      <p:grpSpPr>
        <a:xfrm>
          <a:off x="0" y="0"/>
          <a:ext cx="0" cy="0"/>
          <a:chOff x="0" y="0"/>
          <a:chExt cx="0" cy="0"/>
        </a:xfrm>
      </p:grpSpPr>
      <p:grpSp>
        <p:nvGrpSpPr>
          <p:cNvPr id="112" name="Group 2"/>
          <p:cNvGrpSpPr/>
          <p:nvPr/>
        </p:nvGrpSpPr>
        <p:grpSpPr>
          <a:xfrm>
            <a:off x="-7450560" y="-6845760"/>
            <a:ext cx="14117400" cy="14452920"/>
            <a:chOff x="-7450560" y="-6845760"/>
            <a:chExt cx="14117400" cy="14452920"/>
          </a:xfrm>
        </p:grpSpPr>
        <p:grpSp>
          <p:nvGrpSpPr>
            <p:cNvPr id="113" name="Group 3"/>
            <p:cNvGrpSpPr/>
            <p:nvPr/>
          </p:nvGrpSpPr>
          <p:grpSpPr>
            <a:xfrm>
              <a:off x="-7069320" y="-5670000"/>
              <a:ext cx="10280880" cy="13277160"/>
              <a:chOff x="-7069320" y="-5670000"/>
              <a:chExt cx="10280880" cy="13277160"/>
            </a:xfrm>
          </p:grpSpPr>
          <p:sp>
            <p:nvSpPr>
              <p:cNvPr id="114" name="Freeform 4"/>
              <p:cNvSpPr/>
              <p:nvPr/>
            </p:nvSpPr>
            <p:spPr>
              <a:xfrm rot="17570400">
                <a:off x="-7744320" y="-19951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15" name="TextBox 5"/>
              <p:cNvSpPr/>
              <p:nvPr/>
            </p:nvSpPr>
            <p:spPr>
              <a:xfrm rot="17570400">
                <a:off x="-7829640" y="-21236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16" name="Group 6"/>
            <p:cNvGrpSpPr/>
            <p:nvPr/>
          </p:nvGrpSpPr>
          <p:grpSpPr>
            <a:xfrm>
              <a:off x="-5896440" y="-418320"/>
              <a:ext cx="12201480" cy="1422720"/>
              <a:chOff x="-5896440" y="-418320"/>
              <a:chExt cx="12201480" cy="1422720"/>
            </a:xfrm>
          </p:grpSpPr>
          <p:sp>
            <p:nvSpPr>
              <p:cNvPr id="117" name="Freeform 7"/>
              <p:cNvSpPr/>
              <p:nvPr/>
            </p:nvSpPr>
            <p:spPr>
              <a:xfrm rot="21508800">
                <a:off x="-5886360" y="-71640"/>
                <a:ext cx="12181680" cy="914760"/>
              </a:xfrm>
              <a:custGeom>
                <a:avLst/>
                <a:gdLst>
                  <a:gd name="textAreaLeft" fmla="*/ 0 w 12181680"/>
                  <a:gd name="textAreaRight" fmla="*/ 12182040 w 12181680"/>
                  <a:gd name="textAreaTop" fmla="*/ 0 h 914760"/>
                  <a:gd name="textAreaBottom" fmla="*/ 915120 h 91476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18" name="TextBox 8"/>
              <p:cNvSpPr/>
              <p:nvPr/>
            </p:nvSpPr>
            <p:spPr>
              <a:xfrm rot="21508800">
                <a:off x="-4388400" y="-296640"/>
                <a:ext cx="9179640" cy="11397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19" name="Group 9"/>
            <p:cNvGrpSpPr/>
            <p:nvPr/>
          </p:nvGrpSpPr>
          <p:grpSpPr>
            <a:xfrm>
              <a:off x="-7360920" y="-6845760"/>
              <a:ext cx="12498480" cy="12904920"/>
              <a:chOff x="-7360920" y="-6845760"/>
              <a:chExt cx="12498480" cy="12904920"/>
            </a:xfrm>
          </p:grpSpPr>
          <p:sp>
            <p:nvSpPr>
              <p:cNvPr id="120" name="Freeform 10"/>
              <p:cNvSpPr/>
              <p:nvPr/>
            </p:nvSpPr>
            <p:spPr>
              <a:xfrm rot="18724200">
                <a:off x="-6943680" y="-333108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21" name="TextBox 11"/>
              <p:cNvSpPr/>
              <p:nvPr/>
            </p:nvSpPr>
            <p:spPr>
              <a:xfrm rot="18724200">
                <a:off x="-7012080" y="-348552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22" name="Group 12"/>
            <p:cNvGrpSpPr/>
            <p:nvPr/>
          </p:nvGrpSpPr>
          <p:grpSpPr>
            <a:xfrm>
              <a:off x="-7098120" y="-6318720"/>
              <a:ext cx="10963440" cy="13323960"/>
              <a:chOff x="-7098120" y="-6318720"/>
              <a:chExt cx="10963440" cy="13323960"/>
            </a:xfrm>
          </p:grpSpPr>
          <p:sp>
            <p:nvSpPr>
              <p:cNvPr id="123" name="Freeform 13"/>
              <p:cNvSpPr/>
              <p:nvPr/>
            </p:nvSpPr>
            <p:spPr>
              <a:xfrm rot="17862600">
                <a:off x="-7434720" y="-26136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24" name="TextBox 14"/>
              <p:cNvSpPr/>
              <p:nvPr/>
            </p:nvSpPr>
            <p:spPr>
              <a:xfrm rot="17862600">
                <a:off x="-7517160" y="-27489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25" name="Group 15"/>
            <p:cNvGrpSpPr/>
            <p:nvPr/>
          </p:nvGrpSpPr>
          <p:grpSpPr>
            <a:xfrm>
              <a:off x="-7018920" y="-6397560"/>
              <a:ext cx="13323600" cy="10911600"/>
              <a:chOff x="-7018920" y="-6397560"/>
              <a:chExt cx="13323600" cy="10911600"/>
            </a:xfrm>
          </p:grpSpPr>
          <p:sp>
            <p:nvSpPr>
              <p:cNvPr id="126" name="Freeform 16"/>
              <p:cNvSpPr/>
              <p:nvPr/>
            </p:nvSpPr>
            <p:spPr>
              <a:xfrm rot="19960800">
                <a:off x="-6215040" y="-38592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27" name="TextBox 17"/>
              <p:cNvSpPr/>
              <p:nvPr/>
            </p:nvSpPr>
            <p:spPr>
              <a:xfrm rot="19960800">
                <a:off x="-6257520" y="-40338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28" name="Group 18"/>
            <p:cNvGrpSpPr/>
            <p:nvPr/>
          </p:nvGrpSpPr>
          <p:grpSpPr>
            <a:xfrm>
              <a:off x="-7450560" y="-6253920"/>
              <a:ext cx="14117400" cy="8628480"/>
              <a:chOff x="-7450560" y="-6253920"/>
              <a:chExt cx="14117400" cy="8628480"/>
            </a:xfrm>
          </p:grpSpPr>
          <p:sp>
            <p:nvSpPr>
              <p:cNvPr id="129" name="Freeform 19"/>
              <p:cNvSpPr/>
              <p:nvPr/>
            </p:nvSpPr>
            <p:spPr>
              <a:xfrm rot="20926800">
                <a:off x="-6956640" y="-4848480"/>
                <a:ext cx="13165560" cy="5999760"/>
              </a:xfrm>
              <a:custGeom>
                <a:avLst/>
                <a:gdLst>
                  <a:gd name="textAreaLeft" fmla="*/ 0 w 13165560"/>
                  <a:gd name="textAreaRight" fmla="*/ 13165920 w 13165560"/>
                  <a:gd name="textAreaTop" fmla="*/ 0 h 5999760"/>
                  <a:gd name="textAreaBottom" fmla="*/ 6000120 h 5999760"/>
                </a:gdLst>
                <a:ahLst/>
                <a:rect l="textAreaLeft" t="textAreaTop" r="textAreaRight" b="textAreaBottom"/>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30" name="TextBox 20"/>
              <p:cNvSpPr/>
              <p:nvPr/>
            </p:nvSpPr>
            <p:spPr>
              <a:xfrm rot="20926800">
                <a:off x="-6974640" y="-5032080"/>
                <a:ext cx="1316556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grpSp>
        <p:nvGrpSpPr>
          <p:cNvPr id="131" name="Group 21"/>
          <p:cNvGrpSpPr/>
          <p:nvPr/>
        </p:nvGrpSpPr>
        <p:grpSpPr>
          <a:xfrm>
            <a:off x="11621160" y="2679840"/>
            <a:ext cx="14117400" cy="14452920"/>
            <a:chOff x="11621160" y="2679840"/>
            <a:chExt cx="14117400" cy="14452920"/>
          </a:xfrm>
        </p:grpSpPr>
        <p:grpSp>
          <p:nvGrpSpPr>
            <p:cNvPr id="132" name="Group 22"/>
            <p:cNvGrpSpPr/>
            <p:nvPr/>
          </p:nvGrpSpPr>
          <p:grpSpPr>
            <a:xfrm>
              <a:off x="15076440" y="2679840"/>
              <a:ext cx="10280880" cy="13277160"/>
              <a:chOff x="15076440" y="2679840"/>
              <a:chExt cx="10280880" cy="13277160"/>
            </a:xfrm>
          </p:grpSpPr>
          <p:sp>
            <p:nvSpPr>
              <p:cNvPr id="133" name="Freeform 23"/>
              <p:cNvSpPr/>
              <p:nvPr/>
            </p:nvSpPr>
            <p:spPr>
              <a:xfrm rot="6770400">
                <a:off x="14230800" y="628236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34" name="TextBox 24"/>
              <p:cNvSpPr/>
              <p:nvPr/>
            </p:nvSpPr>
            <p:spPr>
              <a:xfrm rot="6770400">
                <a:off x="14316120" y="62258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35" name="Group 25"/>
            <p:cNvGrpSpPr/>
            <p:nvPr/>
          </p:nvGrpSpPr>
          <p:grpSpPr>
            <a:xfrm>
              <a:off x="11982960" y="9282600"/>
              <a:ext cx="12201480" cy="1422720"/>
              <a:chOff x="11982960" y="9282600"/>
              <a:chExt cx="12201480" cy="1422720"/>
            </a:xfrm>
          </p:grpSpPr>
          <p:sp>
            <p:nvSpPr>
              <p:cNvPr id="136" name="Freeform 26"/>
              <p:cNvSpPr/>
              <p:nvPr/>
            </p:nvSpPr>
            <p:spPr>
              <a:xfrm rot="10708800">
                <a:off x="11992680" y="9443880"/>
                <a:ext cx="12181680" cy="914760"/>
              </a:xfrm>
              <a:custGeom>
                <a:avLst/>
                <a:gdLst>
                  <a:gd name="textAreaLeft" fmla="*/ 0 w 12181680"/>
                  <a:gd name="textAreaRight" fmla="*/ 12182040 w 12181680"/>
                  <a:gd name="textAreaTop" fmla="*/ 0 h 914760"/>
                  <a:gd name="textAreaBottom" fmla="*/ 915120 h 91476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37" name="TextBox 27"/>
              <p:cNvSpPr/>
              <p:nvPr/>
            </p:nvSpPr>
            <p:spPr>
              <a:xfrm rot="10708800">
                <a:off x="13496760" y="9443880"/>
                <a:ext cx="9179640" cy="11397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38" name="Group 28"/>
            <p:cNvGrpSpPr/>
            <p:nvPr/>
          </p:nvGrpSpPr>
          <p:grpSpPr>
            <a:xfrm>
              <a:off x="13150440" y="4227840"/>
              <a:ext cx="12498480" cy="12904920"/>
              <a:chOff x="13150440" y="4227840"/>
              <a:chExt cx="12498480" cy="12904920"/>
            </a:xfrm>
          </p:grpSpPr>
          <p:sp>
            <p:nvSpPr>
              <p:cNvPr id="139" name="Freeform 29"/>
              <p:cNvSpPr/>
              <p:nvPr/>
            </p:nvSpPr>
            <p:spPr>
              <a:xfrm rot="7924200">
                <a:off x="13430160" y="76183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40" name="TextBox 30"/>
              <p:cNvSpPr/>
              <p:nvPr/>
            </p:nvSpPr>
            <p:spPr>
              <a:xfrm rot="7924200">
                <a:off x="13498560" y="758772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41" name="Group 31"/>
            <p:cNvGrpSpPr/>
            <p:nvPr/>
          </p:nvGrpSpPr>
          <p:grpSpPr>
            <a:xfrm>
              <a:off x="14422680" y="3281760"/>
              <a:ext cx="10963440" cy="13323960"/>
              <a:chOff x="14422680" y="3281760"/>
              <a:chExt cx="10963440" cy="13323960"/>
            </a:xfrm>
          </p:grpSpPr>
          <p:sp>
            <p:nvSpPr>
              <p:cNvPr id="142" name="Freeform 32"/>
              <p:cNvSpPr/>
              <p:nvPr/>
            </p:nvSpPr>
            <p:spPr>
              <a:xfrm rot="7062600">
                <a:off x="13921200" y="690084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43" name="TextBox 33"/>
              <p:cNvSpPr/>
              <p:nvPr/>
            </p:nvSpPr>
            <p:spPr>
              <a:xfrm rot="7062600">
                <a:off x="14003640" y="68511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44" name="Group 34"/>
            <p:cNvGrpSpPr/>
            <p:nvPr/>
          </p:nvGrpSpPr>
          <p:grpSpPr>
            <a:xfrm>
              <a:off x="11983320" y="5772960"/>
              <a:ext cx="13323600" cy="10911600"/>
              <a:chOff x="11983320" y="5772960"/>
              <a:chExt cx="13323600" cy="10911600"/>
            </a:xfrm>
          </p:grpSpPr>
          <p:sp>
            <p:nvSpPr>
              <p:cNvPr id="145" name="Freeform 35"/>
              <p:cNvSpPr/>
              <p:nvPr/>
            </p:nvSpPr>
            <p:spPr>
              <a:xfrm rot="9160800">
                <a:off x="12701520" y="814644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46" name="TextBox 36"/>
              <p:cNvSpPr/>
              <p:nvPr/>
            </p:nvSpPr>
            <p:spPr>
              <a:xfrm rot="9160800">
                <a:off x="12744000" y="81360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47" name="Group 37"/>
            <p:cNvGrpSpPr/>
            <p:nvPr/>
          </p:nvGrpSpPr>
          <p:grpSpPr>
            <a:xfrm>
              <a:off x="11621160" y="7912440"/>
              <a:ext cx="14117400" cy="8628480"/>
              <a:chOff x="11621160" y="7912440"/>
              <a:chExt cx="14117400" cy="8628480"/>
            </a:xfrm>
          </p:grpSpPr>
          <p:sp>
            <p:nvSpPr>
              <p:cNvPr id="148" name="Freeform 38"/>
              <p:cNvSpPr/>
              <p:nvPr/>
            </p:nvSpPr>
            <p:spPr>
              <a:xfrm rot="10126800">
                <a:off x="12079080" y="9135720"/>
                <a:ext cx="13165560" cy="5999760"/>
              </a:xfrm>
              <a:custGeom>
                <a:avLst/>
                <a:gdLst>
                  <a:gd name="textAreaLeft" fmla="*/ 0 w 13165560"/>
                  <a:gd name="textAreaRight" fmla="*/ 13165920 w 13165560"/>
                  <a:gd name="textAreaTop" fmla="*/ 0 h 5999760"/>
                  <a:gd name="textAreaBottom" fmla="*/ 6000120 h 5999760"/>
                </a:gdLst>
                <a:ahLst/>
                <a:rect l="textAreaLeft" t="textAreaTop" r="textAreaRight" b="textAreaBottom"/>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49" name="TextBox 39"/>
              <p:cNvSpPr/>
              <p:nvPr/>
            </p:nvSpPr>
            <p:spPr>
              <a:xfrm rot="10126800">
                <a:off x="12097080" y="9134280"/>
                <a:ext cx="1316556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sp>
        <p:nvSpPr>
          <p:cNvPr id="150" name="Freeform 40"/>
          <p:cNvSpPr/>
          <p:nvPr/>
        </p:nvSpPr>
        <p:spPr>
          <a:xfrm>
            <a:off x="-1825560" y="8364960"/>
            <a:ext cx="7314840" cy="2958480"/>
          </a:xfrm>
          <a:custGeom>
            <a:avLst/>
            <a:gdLst>
              <a:gd name="textAreaLeft" fmla="*/ 0 w 7314840"/>
              <a:gd name="textAreaRight" fmla="*/ 7315200 w 7314840"/>
              <a:gd name="textAreaTop" fmla="*/ 0 h 2958480"/>
              <a:gd name="textAreaBottom" fmla="*/ 2958840 h 2958480"/>
            </a:gdLst>
            <a:ahLst/>
            <a:rect l="textAreaLeft" t="textAreaTop" r="textAreaRight" b="textAreaBottom"/>
            <a:pathLst>
              <a:path w="7315200" h="2958662">
                <a:moveTo>
                  <a:pt x="0" y="0"/>
                </a:moveTo>
                <a:lnTo>
                  <a:pt x="7315200" y="0"/>
                </a:lnTo>
                <a:lnTo>
                  <a:pt x="7315200" y="2958662"/>
                </a:lnTo>
                <a:lnTo>
                  <a:pt x="0" y="2958662"/>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51" name="Freeform 41"/>
          <p:cNvSpPr/>
          <p:nvPr/>
        </p:nvSpPr>
        <p:spPr>
          <a:xfrm flipH="1" flipV="1">
            <a:off x="12797640" y="-1036080"/>
            <a:ext cx="7314840" cy="2958480"/>
          </a:xfrm>
          <a:custGeom>
            <a:avLst/>
            <a:gdLst>
              <a:gd name="textAreaLeft" fmla="*/ -360 w 7314840"/>
              <a:gd name="textAreaRight" fmla="*/ 7314840 w 7314840"/>
              <a:gd name="textAreaTop" fmla="*/ 360 h 2958480"/>
              <a:gd name="textAreaBottom" fmla="*/ 2959200 h 2958480"/>
            </a:gdLst>
            <a:ahLst/>
            <a:rect l="textAreaLeft" t="textAreaTop" r="textAreaRight" b="textAreaBottom"/>
            <a:pathLst>
              <a:path w="7315200" h="2958662">
                <a:moveTo>
                  <a:pt x="7315200" y="2958662"/>
                </a:moveTo>
                <a:lnTo>
                  <a:pt x="0" y="2958662"/>
                </a:lnTo>
                <a:lnTo>
                  <a:pt x="0" y="0"/>
                </a:lnTo>
                <a:lnTo>
                  <a:pt x="7315200" y="0"/>
                </a:lnTo>
                <a:lnTo>
                  <a:pt x="7315200" y="2958662"/>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grpSp>
        <p:nvGrpSpPr>
          <p:cNvPr id="152" name="Group 42"/>
          <p:cNvGrpSpPr/>
          <p:nvPr/>
        </p:nvGrpSpPr>
        <p:grpSpPr>
          <a:xfrm>
            <a:off x="1548000" y="2127240"/>
            <a:ext cx="4536720" cy="3816360"/>
            <a:chOff x="1548000" y="2127240"/>
            <a:chExt cx="4536720" cy="3816360"/>
          </a:xfrm>
        </p:grpSpPr>
        <p:grpSp>
          <p:nvGrpSpPr>
            <p:cNvPr id="153" name="Group 43"/>
            <p:cNvGrpSpPr/>
            <p:nvPr/>
          </p:nvGrpSpPr>
          <p:grpSpPr>
            <a:xfrm>
              <a:off x="1773720" y="2137320"/>
              <a:ext cx="4086000" cy="3628440"/>
              <a:chOff x="1773720" y="2137320"/>
              <a:chExt cx="4086000" cy="3628440"/>
            </a:xfrm>
          </p:grpSpPr>
          <p:sp>
            <p:nvSpPr>
              <p:cNvPr id="154" name="Freeform 44"/>
              <p:cNvSpPr/>
              <p:nvPr/>
            </p:nvSpPr>
            <p:spPr>
              <a:xfrm>
                <a:off x="1773720" y="2305080"/>
                <a:ext cx="4086000" cy="3460680"/>
              </a:xfrm>
              <a:custGeom>
                <a:avLst/>
                <a:gdLst>
                  <a:gd name="textAreaLeft" fmla="*/ 0 w 4086000"/>
                  <a:gd name="textAreaRight" fmla="*/ 4086360 w 4086000"/>
                  <a:gd name="textAreaTop" fmla="*/ 0 h 3460680"/>
                  <a:gd name="textAreaBottom" fmla="*/ 3461040 h 3460680"/>
                </a:gdLst>
                <a:ahLst/>
                <a:rect l="textAreaLeft" t="textAreaTop" r="textAreaRight" b="textAreaBottom"/>
                <a:pathLst>
                  <a:path w="927682" h="785742">
                    <a:moveTo>
                      <a:pt x="0" y="0"/>
                    </a:moveTo>
                    <a:lnTo>
                      <a:pt x="927682" y="0"/>
                    </a:lnTo>
                    <a:lnTo>
                      <a:pt x="927682" y="785742"/>
                    </a:lnTo>
                    <a:lnTo>
                      <a:pt x="0" y="785742"/>
                    </a:lnTo>
                    <a:close/>
                  </a:path>
                </a:pathLst>
              </a:custGeom>
              <a:solidFill>
                <a:srgbClr val="77e8ff">
                  <a:alpha val="11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55" name="TextBox 45"/>
              <p:cNvSpPr/>
              <p:nvPr/>
            </p:nvSpPr>
            <p:spPr>
              <a:xfrm>
                <a:off x="1773720" y="2137320"/>
                <a:ext cx="4086000" cy="3628440"/>
              </a:xfrm>
              <a:prstGeom prst="rect">
                <a:avLst/>
              </a:prstGeom>
              <a:noFill/>
              <a:ln w="0">
                <a:noFill/>
              </a:ln>
            </p:spPr>
            <p:style>
              <a:lnRef idx="0"/>
              <a:fillRef idx="0"/>
              <a:effectRef idx="0"/>
              <a:fontRef idx="minor"/>
            </p:style>
            <p:txBody>
              <a:bodyPr lIns="45720" rIns="45720" anchor="ctr">
                <a:noAutofit/>
              </a:bodyPr>
              <a:p>
                <a:pPr algn="ctr" defTabSz="914400">
                  <a:lnSpc>
                    <a:spcPts val="2659"/>
                  </a:lnSpc>
                </a:pPr>
                <a:endParaRPr b="0" lang="en-US" sz="1800" spc="-1" strike="noStrike">
                  <a:solidFill>
                    <a:schemeClr val="dk1"/>
                  </a:solidFill>
                  <a:latin typeface="Calibri"/>
                </a:endParaRPr>
              </a:p>
            </p:txBody>
          </p:sp>
        </p:grpSp>
        <p:sp>
          <p:nvSpPr>
            <p:cNvPr id="156" name="Freeform 46"/>
            <p:cNvSpPr/>
            <p:nvPr/>
          </p:nvSpPr>
          <p:spPr>
            <a:xfrm>
              <a:off x="1548000" y="2127240"/>
              <a:ext cx="816120" cy="639360"/>
            </a:xfrm>
            <a:custGeom>
              <a:avLst/>
              <a:gdLst>
                <a:gd name="textAreaLeft" fmla="*/ 0 w 816120"/>
                <a:gd name="textAreaRight" fmla="*/ 816480 w 816120"/>
                <a:gd name="textAreaTop" fmla="*/ 0 h 639360"/>
                <a:gd name="textAreaBottom" fmla="*/ 639720 h 639360"/>
              </a:gdLst>
              <a:ahLst/>
              <a:rect l="textAreaLeft" t="textAreaTop" r="textAreaRight" b="textAreaBottom"/>
              <a:pathLst>
                <a:path w="1088762" h="853194">
                  <a:moveTo>
                    <a:pt x="0" y="0"/>
                  </a:moveTo>
                  <a:lnTo>
                    <a:pt x="1088762" y="0"/>
                  </a:lnTo>
                  <a:lnTo>
                    <a:pt x="1088762" y="853194"/>
                  </a:lnTo>
                  <a:lnTo>
                    <a:pt x="0" y="853194"/>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57" name="Freeform 47"/>
            <p:cNvSpPr/>
            <p:nvPr/>
          </p:nvSpPr>
          <p:spPr>
            <a:xfrm flipH="1" flipV="1">
              <a:off x="5268240" y="5304240"/>
              <a:ext cx="816120" cy="639360"/>
            </a:xfrm>
            <a:custGeom>
              <a:avLst/>
              <a:gdLst>
                <a:gd name="textAreaLeft" fmla="*/ -360 w 816120"/>
                <a:gd name="textAreaRight" fmla="*/ 816120 w 816120"/>
                <a:gd name="textAreaTop" fmla="*/ 360 h 639360"/>
                <a:gd name="textAreaBottom" fmla="*/ 640080 h 639360"/>
              </a:gdLst>
              <a:ahLst/>
              <a:rect l="textAreaLeft" t="textAreaTop" r="textAreaRight" b="textAreaBottom"/>
              <a:pathLst>
                <a:path w="1088762" h="853194">
                  <a:moveTo>
                    <a:pt x="1088763" y="853194"/>
                  </a:moveTo>
                  <a:lnTo>
                    <a:pt x="0" y="853194"/>
                  </a:lnTo>
                  <a:lnTo>
                    <a:pt x="0" y="0"/>
                  </a:lnTo>
                  <a:lnTo>
                    <a:pt x="1088763" y="0"/>
                  </a:lnTo>
                  <a:lnTo>
                    <a:pt x="1088763" y="853194"/>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58" name="Freeform 48"/>
          <p:cNvSpPr/>
          <p:nvPr/>
        </p:nvSpPr>
        <p:spPr>
          <a:xfrm>
            <a:off x="1738080" y="2345760"/>
            <a:ext cx="4156560" cy="3379320"/>
          </a:xfrm>
          <a:custGeom>
            <a:avLst/>
            <a:gdLst>
              <a:gd name="textAreaLeft" fmla="*/ 0 w 4156560"/>
              <a:gd name="textAreaRight" fmla="*/ 4156920 w 4156560"/>
              <a:gd name="textAreaTop" fmla="*/ 0 h 3379320"/>
              <a:gd name="textAreaBottom" fmla="*/ 3379680 h 3379320"/>
            </a:gdLst>
            <a:ahLst/>
            <a:rect l="textAreaLeft" t="textAreaTop" r="textAreaRight" b="textAreaBottom"/>
            <a:pathLst>
              <a:path w="4157077" h="3379650">
                <a:moveTo>
                  <a:pt x="0" y="0"/>
                </a:moveTo>
                <a:lnTo>
                  <a:pt x="4157077" y="0"/>
                </a:lnTo>
                <a:lnTo>
                  <a:pt x="4157077" y="3379649"/>
                </a:lnTo>
                <a:lnTo>
                  <a:pt x="0" y="3379649"/>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59" name="Freeform 49"/>
          <p:cNvSpPr/>
          <p:nvPr/>
        </p:nvSpPr>
        <p:spPr>
          <a:xfrm>
            <a:off x="7526160" y="1426680"/>
            <a:ext cx="3487680" cy="5683320"/>
          </a:xfrm>
          <a:custGeom>
            <a:avLst/>
            <a:gdLst>
              <a:gd name="textAreaLeft" fmla="*/ 0 w 3487680"/>
              <a:gd name="textAreaRight" fmla="*/ 3488040 w 3487680"/>
              <a:gd name="textAreaTop" fmla="*/ 0 h 5683320"/>
              <a:gd name="textAreaBottom" fmla="*/ 5683680 h 5683320"/>
            </a:gdLst>
            <a:ahLst/>
            <a:rect l="textAreaLeft" t="textAreaTop" r="textAreaRight" b="textAreaBottom"/>
            <a:pathLst>
              <a:path w="3488200" h="5683818">
                <a:moveTo>
                  <a:pt x="0" y="0"/>
                </a:moveTo>
                <a:lnTo>
                  <a:pt x="3488200" y="0"/>
                </a:lnTo>
                <a:lnTo>
                  <a:pt x="3488200" y="5683818"/>
                </a:lnTo>
                <a:lnTo>
                  <a:pt x="0" y="5683818"/>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60" name="Freeform 50"/>
          <p:cNvSpPr/>
          <p:nvPr/>
        </p:nvSpPr>
        <p:spPr>
          <a:xfrm>
            <a:off x="11620800" y="6248520"/>
            <a:ext cx="4671000" cy="1442160"/>
          </a:xfrm>
          <a:custGeom>
            <a:avLst/>
            <a:gdLst>
              <a:gd name="textAreaLeft" fmla="*/ 0 w 4671000"/>
              <a:gd name="textAreaRight" fmla="*/ 4671360 w 4671000"/>
              <a:gd name="textAreaTop" fmla="*/ 0 h 1442160"/>
              <a:gd name="textAreaBottom" fmla="*/ 1442520 h 1442160"/>
            </a:gdLst>
            <a:ahLst/>
            <a:rect l="textAreaLeft" t="textAreaTop" r="textAreaRight" b="textAreaBottom"/>
            <a:pathLst>
              <a:path w="4671511" h="1442673">
                <a:moveTo>
                  <a:pt x="0" y="0"/>
                </a:moveTo>
                <a:lnTo>
                  <a:pt x="4671511" y="0"/>
                </a:lnTo>
                <a:lnTo>
                  <a:pt x="4671511" y="1442672"/>
                </a:lnTo>
                <a:lnTo>
                  <a:pt x="0" y="1442672"/>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61" name="Freeform 51"/>
          <p:cNvSpPr/>
          <p:nvPr/>
        </p:nvSpPr>
        <p:spPr>
          <a:xfrm>
            <a:off x="11342520" y="1028880"/>
            <a:ext cx="5697360" cy="3893400"/>
          </a:xfrm>
          <a:custGeom>
            <a:avLst/>
            <a:gdLst>
              <a:gd name="textAreaLeft" fmla="*/ 0 w 5697360"/>
              <a:gd name="textAreaRight" fmla="*/ 5697720 w 5697360"/>
              <a:gd name="textAreaTop" fmla="*/ 0 h 3893400"/>
              <a:gd name="textAreaBottom" fmla="*/ 3893760 h 3893400"/>
            </a:gdLst>
            <a:ahLst/>
            <a:rect l="textAreaLeft" t="textAreaTop" r="textAreaRight" b="textAreaBottom"/>
            <a:pathLst>
              <a:path w="5697638" h="3893753">
                <a:moveTo>
                  <a:pt x="0" y="0"/>
                </a:moveTo>
                <a:lnTo>
                  <a:pt x="5697638" y="0"/>
                </a:lnTo>
                <a:lnTo>
                  <a:pt x="5697638" y="3893753"/>
                </a:lnTo>
                <a:lnTo>
                  <a:pt x="0" y="3893753"/>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62" name="TextBox 52"/>
          <p:cNvSpPr/>
          <p:nvPr/>
        </p:nvSpPr>
        <p:spPr>
          <a:xfrm>
            <a:off x="2212560" y="112320"/>
            <a:ext cx="14317920" cy="63972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r>
              <a:rPr b="0" lang="en-US" sz="3600" spc="-1" strike="noStrike">
                <a:solidFill>
                  <a:srgbClr val="000000"/>
                </a:solidFill>
                <a:latin typeface="Muli"/>
                <a:ea typeface="Muli"/>
              </a:rPr>
              <a:t> </a:t>
            </a:r>
            <a:r>
              <a:rPr b="0" lang="en-US" sz="3600" spc="-1" strike="noStrike">
                <a:solidFill>
                  <a:srgbClr val="000000"/>
                </a:solidFill>
                <a:latin typeface="Muli"/>
                <a:ea typeface="Muli"/>
              </a:rPr>
              <a:t>PROPOSED SOLUTION</a:t>
            </a:r>
            <a:endParaRPr b="0" lang="en-IN" sz="3600" spc="-1" strike="noStrike">
              <a:solidFill>
                <a:srgbClr val="000000"/>
              </a:solidFill>
              <a:latin typeface="Arial"/>
            </a:endParaRPr>
          </a:p>
        </p:txBody>
      </p:sp>
      <p:sp>
        <p:nvSpPr>
          <p:cNvPr id="163" name="TextBox 53"/>
          <p:cNvSpPr/>
          <p:nvPr/>
        </p:nvSpPr>
        <p:spPr>
          <a:xfrm>
            <a:off x="1288440" y="5950800"/>
            <a:ext cx="5637960" cy="135108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A smart mobile and web-based inspection platform that connects field inspectors with authorities through real-time task assignment, location tracking, digital checklists, and centralized monitoring.</a:t>
            </a:r>
            <a:endParaRPr b="0" lang="en-IN" sz="1900" spc="-1" strike="noStrike">
              <a:solidFill>
                <a:srgbClr val="000000"/>
              </a:solidFill>
              <a:latin typeface="Arial"/>
            </a:endParaRPr>
          </a:p>
        </p:txBody>
      </p:sp>
      <p:sp>
        <p:nvSpPr>
          <p:cNvPr id="164" name="TextBox 54"/>
          <p:cNvSpPr/>
          <p:nvPr/>
        </p:nvSpPr>
        <p:spPr>
          <a:xfrm>
            <a:off x="11765160" y="7779960"/>
            <a:ext cx="4383000" cy="1262160"/>
          </a:xfrm>
          <a:prstGeom prst="rect">
            <a:avLst/>
          </a:prstGeom>
          <a:noFill/>
          <a:ln w="0">
            <a:noFill/>
          </a:ln>
        </p:spPr>
        <p:style>
          <a:lnRef idx="0"/>
          <a:fillRef idx="0"/>
          <a:effectRef idx="0"/>
          <a:fontRef idx="minor"/>
        </p:style>
        <p:txBody>
          <a:bodyPr lIns="0" rIns="0" tIns="0" bIns="0" anchor="t">
            <a:spAutoFit/>
          </a:bodyPr>
          <a:p>
            <a:pPr algn="ctr" defTabSz="914400">
              <a:lnSpc>
                <a:spcPts val="1987"/>
              </a:lnSpc>
            </a:pPr>
            <a:r>
              <a:rPr b="0" lang="en-US" sz="1420" spc="-1" strike="noStrike">
                <a:solidFill>
                  <a:srgbClr val="000000"/>
                </a:solidFill>
                <a:latin typeface="Muli"/>
                <a:ea typeface="Muli"/>
              </a:rPr>
              <a:t>Inspectors receive assigned inspection tasks on the mobile app, verify the location, complete digital checklists, and upload photos, videos, remarks, and other evidence. All information is instantly synchronized with the central dashboard for officials.</a:t>
            </a:r>
            <a:endParaRPr b="0" lang="en-IN" sz="1420" spc="-1" strike="noStrike">
              <a:solidFill>
                <a:srgbClr val="000000"/>
              </a:solidFill>
              <a:latin typeface="Arial"/>
            </a:endParaRPr>
          </a:p>
        </p:txBody>
      </p:sp>
      <p:sp>
        <p:nvSpPr>
          <p:cNvPr id="165" name="TextBox 55"/>
          <p:cNvSpPr/>
          <p:nvPr/>
        </p:nvSpPr>
        <p:spPr>
          <a:xfrm>
            <a:off x="11014200" y="4954320"/>
            <a:ext cx="6742080" cy="101268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Task Assigned → Inspector Notified → Location Verified → Checklist Completed → Evidence Uploaded → Real-Time Sync → Official Review → Action Taken → Inspection Closed</a:t>
            </a:r>
            <a:endParaRPr b="0" lang="en-IN" sz="1900" spc="-1" strike="noStrike">
              <a:solidFill>
                <a:srgbClr val="000000"/>
              </a:solidFill>
              <a:latin typeface="Arial"/>
            </a:endParaRPr>
          </a:p>
        </p:txBody>
      </p:sp>
      <p:sp>
        <p:nvSpPr>
          <p:cNvPr id="166" name="TextBox 56"/>
          <p:cNvSpPr/>
          <p:nvPr/>
        </p:nvSpPr>
        <p:spPr>
          <a:xfrm>
            <a:off x="7885800" y="7091280"/>
            <a:ext cx="2775600" cy="1678680"/>
          </a:xfrm>
          <a:prstGeom prst="rect">
            <a:avLst/>
          </a:prstGeom>
          <a:noFill/>
          <a:ln w="0">
            <a:noFill/>
          </a:ln>
        </p:spPr>
        <p:style>
          <a:lnRef idx="0"/>
          <a:fillRef idx="0"/>
          <a:effectRef idx="0"/>
          <a:fontRef idx="minor"/>
        </p:style>
        <p:txBody>
          <a:bodyPr lIns="0" rIns="0" tIns="0" bIns="0" anchor="t">
            <a:spAutoFit/>
          </a:bodyPr>
          <a:p>
            <a:pPr algn="ctr" defTabSz="914400">
              <a:lnSpc>
                <a:spcPts val="1468"/>
              </a:lnSpc>
            </a:pPr>
            <a:r>
              <a:rPr b="0" lang="en-US" sz="1050" spc="-1" strike="noStrike">
                <a:solidFill>
                  <a:srgbClr val="000000"/>
                </a:solidFill>
                <a:latin typeface="Muli"/>
                <a:ea typeface="Muli"/>
              </a:rPr>
              <a:t>• </a:t>
            </a:r>
            <a:r>
              <a:rPr b="0" lang="en-US" sz="1050" spc="-1" strike="noStrike">
                <a:solidFill>
                  <a:srgbClr val="000000"/>
                </a:solidFill>
                <a:latin typeface="Muli"/>
                <a:ea typeface="Muli"/>
              </a:rPr>
              <a:t>Eliminates paper-based inspection and manual reporting</a:t>
            </a:r>
            <a:endParaRPr b="0" lang="en-IN" sz="1050" spc="-1" strike="noStrike">
              <a:solidFill>
                <a:srgbClr val="000000"/>
              </a:solidFill>
              <a:latin typeface="Arial"/>
            </a:endParaRPr>
          </a:p>
          <a:p>
            <a:pPr algn="ctr" defTabSz="914400">
              <a:lnSpc>
                <a:spcPts val="1468"/>
              </a:lnSpc>
            </a:pPr>
            <a:r>
              <a:rPr b="0" lang="en-US" sz="1050" spc="-1" strike="noStrike">
                <a:solidFill>
                  <a:srgbClr val="000000"/>
                </a:solidFill>
                <a:latin typeface="Muli"/>
                <a:ea typeface="Muli"/>
              </a:rPr>
              <a:t> • </a:t>
            </a:r>
            <a:r>
              <a:rPr b="0" lang="en-US" sz="1050" spc="-1" strike="noStrike">
                <a:solidFill>
                  <a:srgbClr val="000000"/>
                </a:solidFill>
                <a:latin typeface="Muli"/>
                <a:ea typeface="Muli"/>
              </a:rPr>
              <a:t>Provides real-time visibility of field activities</a:t>
            </a:r>
            <a:endParaRPr b="0" lang="en-IN" sz="1050" spc="-1" strike="noStrike">
              <a:solidFill>
                <a:srgbClr val="000000"/>
              </a:solidFill>
              <a:latin typeface="Arial"/>
            </a:endParaRPr>
          </a:p>
          <a:p>
            <a:pPr algn="ctr" defTabSz="914400">
              <a:lnSpc>
                <a:spcPts val="1468"/>
              </a:lnSpc>
            </a:pPr>
            <a:r>
              <a:rPr b="0" lang="en-US" sz="1050" spc="-1" strike="noStrike">
                <a:solidFill>
                  <a:srgbClr val="000000"/>
                </a:solidFill>
                <a:latin typeface="Muli"/>
                <a:ea typeface="Muli"/>
              </a:rPr>
              <a:t> • </a:t>
            </a:r>
            <a:r>
              <a:rPr b="0" lang="en-US" sz="1050" spc="-1" strike="noStrike">
                <a:solidFill>
                  <a:srgbClr val="000000"/>
                </a:solidFill>
                <a:latin typeface="Muli"/>
                <a:ea typeface="Muli"/>
              </a:rPr>
              <a:t>Ensures evidence is linked to the correct location and inspection</a:t>
            </a:r>
            <a:endParaRPr b="0" lang="en-IN" sz="1050" spc="-1" strike="noStrike">
              <a:solidFill>
                <a:srgbClr val="000000"/>
              </a:solidFill>
              <a:latin typeface="Arial"/>
            </a:endParaRPr>
          </a:p>
          <a:p>
            <a:pPr algn="ctr" defTabSz="914400">
              <a:lnSpc>
                <a:spcPts val="1468"/>
              </a:lnSpc>
            </a:pPr>
            <a:r>
              <a:rPr b="0" lang="en-US" sz="1050" spc="-1" strike="noStrike">
                <a:solidFill>
                  <a:srgbClr val="000000"/>
                </a:solidFill>
                <a:latin typeface="Muli"/>
                <a:ea typeface="Muli"/>
              </a:rPr>
              <a:t> • </a:t>
            </a:r>
            <a:r>
              <a:rPr b="0" lang="en-US" sz="1050" spc="-1" strike="noStrike">
                <a:solidFill>
                  <a:srgbClr val="000000"/>
                </a:solidFill>
                <a:latin typeface="Muli"/>
                <a:ea typeface="Muli"/>
              </a:rPr>
              <a:t>Enables faster identification and resolution of issues</a:t>
            </a:r>
            <a:endParaRPr b="0" lang="en-IN" sz="1050" spc="-1" strike="noStrike">
              <a:solidFill>
                <a:srgbClr val="000000"/>
              </a:solidFill>
              <a:latin typeface="Arial"/>
            </a:endParaRPr>
          </a:p>
          <a:p>
            <a:pPr algn="ctr" defTabSz="914400">
              <a:lnSpc>
                <a:spcPts val="1468"/>
              </a:lnSpc>
            </a:pPr>
            <a:r>
              <a:rPr b="0" lang="en-US" sz="1050" spc="-1" strike="noStrike">
                <a:solidFill>
                  <a:srgbClr val="000000"/>
                </a:solidFill>
                <a:latin typeface="Muli"/>
                <a:ea typeface="Muli"/>
              </a:rPr>
              <a:t> • </a:t>
            </a:r>
            <a:r>
              <a:rPr b="0" lang="en-US" sz="1050" spc="-1" strike="noStrike">
                <a:solidFill>
                  <a:srgbClr val="000000"/>
                </a:solidFill>
                <a:latin typeface="Muli"/>
                <a:ea typeface="Muli"/>
              </a:rPr>
              <a:t>Maintains a centralized digital inspection record</a:t>
            </a:r>
            <a:endParaRPr b="0" lang="en-IN" sz="1050" spc="-1" strike="noStrike">
              <a:solidFill>
                <a:srgbClr val="000000"/>
              </a:solidFill>
              <a:latin typeface="Arial"/>
            </a:endParaRPr>
          </a:p>
        </p:txBody>
      </p:sp>
      <p:sp>
        <p:nvSpPr>
          <p:cNvPr id="167" name="TextBox 57"/>
          <p:cNvSpPr/>
          <p:nvPr/>
        </p:nvSpPr>
        <p:spPr>
          <a:xfrm>
            <a:off x="900360" y="9806040"/>
            <a:ext cx="8029800" cy="33732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SMART INDIA HACKATHON 2026 • SIH26095 • Smart Automation    02</a:t>
            </a:r>
            <a:endParaRPr b="0" lang="en-IN"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cfe"/>
        </a:solidFill>
      </p:bgPr>
    </p:bg>
    <p:spTree>
      <p:nvGrpSpPr>
        <p:cNvPr id="1" name=""/>
        <p:cNvGrpSpPr/>
        <p:nvPr/>
      </p:nvGrpSpPr>
      <p:grpSpPr>
        <a:xfrm>
          <a:off x="0" y="0"/>
          <a:ext cx="0" cy="0"/>
          <a:chOff x="0" y="0"/>
          <a:chExt cx="0" cy="0"/>
        </a:xfrm>
      </p:grpSpPr>
      <p:grpSp>
        <p:nvGrpSpPr>
          <p:cNvPr id="168" name="Group 2"/>
          <p:cNvGrpSpPr/>
          <p:nvPr/>
        </p:nvGrpSpPr>
        <p:grpSpPr>
          <a:xfrm>
            <a:off x="-9873360" y="1717200"/>
            <a:ext cx="18686520" cy="18252720"/>
            <a:chOff x="-9873360" y="1717200"/>
            <a:chExt cx="18686520" cy="18252720"/>
          </a:xfrm>
        </p:grpSpPr>
        <p:grpSp>
          <p:nvGrpSpPr>
            <p:cNvPr id="169" name="Group 3"/>
            <p:cNvGrpSpPr/>
            <p:nvPr/>
          </p:nvGrpSpPr>
          <p:grpSpPr>
            <a:xfrm>
              <a:off x="-8353080" y="6184440"/>
              <a:ext cx="17166240" cy="13292640"/>
              <a:chOff x="-8353080" y="6184440"/>
              <a:chExt cx="17166240" cy="13292640"/>
            </a:xfrm>
          </p:grpSpPr>
          <p:sp>
            <p:nvSpPr>
              <p:cNvPr id="170" name="Freeform 4"/>
              <p:cNvSpPr/>
              <p:nvPr/>
            </p:nvSpPr>
            <p:spPr>
              <a:xfrm rot="12170400">
                <a:off x="-7352640" y="88416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71" name="TextBox 5"/>
              <p:cNvSpPr/>
              <p:nvPr/>
            </p:nvSpPr>
            <p:spPr>
              <a:xfrm rot="12170400">
                <a:off x="-7399080" y="88322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72" name="Group 6"/>
            <p:cNvGrpSpPr/>
            <p:nvPr/>
          </p:nvGrpSpPr>
          <p:grpSpPr>
            <a:xfrm>
              <a:off x="-1563480" y="2184480"/>
              <a:ext cx="1839600" cy="15775920"/>
              <a:chOff x="-1563480" y="2184480"/>
              <a:chExt cx="1839600" cy="15775920"/>
            </a:xfrm>
          </p:grpSpPr>
          <p:sp>
            <p:nvSpPr>
              <p:cNvPr id="173" name="Freeform 7"/>
              <p:cNvSpPr/>
              <p:nvPr/>
            </p:nvSpPr>
            <p:spPr>
              <a:xfrm rot="16108800">
                <a:off x="-8398800" y="9480960"/>
                <a:ext cx="15750000" cy="1182600"/>
              </a:xfrm>
              <a:custGeom>
                <a:avLst/>
                <a:gdLst>
                  <a:gd name="textAreaLeft" fmla="*/ 0 w 15750000"/>
                  <a:gd name="textAreaRight" fmla="*/ 15750360 w 15750000"/>
                  <a:gd name="textAreaTop" fmla="*/ 0 h 1182600"/>
                  <a:gd name="textAreaBottom" fmla="*/ 1182960 h 118260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74" name="TextBox 8"/>
              <p:cNvSpPr/>
              <p:nvPr/>
            </p:nvSpPr>
            <p:spPr>
              <a:xfrm rot="16108800">
                <a:off x="-6603120" y="9339480"/>
                <a:ext cx="11868480" cy="147384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75" name="Group 9"/>
            <p:cNvGrpSpPr/>
            <p:nvPr/>
          </p:nvGrpSpPr>
          <p:grpSpPr>
            <a:xfrm>
              <a:off x="-9873360" y="3693960"/>
              <a:ext cx="16685280" cy="16160040"/>
              <a:chOff x="-9873360" y="3693960"/>
              <a:chExt cx="16685280" cy="16160040"/>
            </a:xfrm>
          </p:grpSpPr>
          <p:sp>
            <p:nvSpPr>
              <p:cNvPr id="176" name="Freeform 10"/>
              <p:cNvSpPr/>
              <p:nvPr/>
            </p:nvSpPr>
            <p:spPr>
              <a:xfrm rot="13324200">
                <a:off x="-9079920" y="78066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77" name="TextBox 11"/>
              <p:cNvSpPr/>
              <p:nvPr/>
            </p:nvSpPr>
            <p:spPr>
              <a:xfrm rot="13324200">
                <a:off x="-9159840" y="77756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78" name="Group 12"/>
            <p:cNvGrpSpPr/>
            <p:nvPr/>
          </p:nvGrpSpPr>
          <p:grpSpPr>
            <a:xfrm>
              <a:off x="-9191880" y="5339160"/>
              <a:ext cx="17227080" cy="14175000"/>
              <a:chOff x="-9191880" y="5339160"/>
              <a:chExt cx="17227080" cy="14175000"/>
            </a:xfrm>
          </p:grpSpPr>
          <p:sp>
            <p:nvSpPr>
              <p:cNvPr id="179" name="Freeform 13"/>
              <p:cNvSpPr/>
              <p:nvPr/>
            </p:nvSpPr>
            <p:spPr>
              <a:xfrm rot="12462600">
                <a:off x="-8151840" y="84420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80" name="TextBox 14"/>
              <p:cNvSpPr/>
              <p:nvPr/>
            </p:nvSpPr>
            <p:spPr>
              <a:xfrm rot="12462600">
                <a:off x="-8207640" y="842832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81" name="Group 15"/>
            <p:cNvGrpSpPr/>
            <p:nvPr/>
          </p:nvGrpSpPr>
          <p:grpSpPr>
            <a:xfrm>
              <a:off x="-9293400" y="2185200"/>
              <a:ext cx="14107680" cy="17226720"/>
              <a:chOff x="-9293400" y="2185200"/>
              <a:chExt cx="14107680" cy="17226720"/>
            </a:xfrm>
          </p:grpSpPr>
          <p:sp>
            <p:nvSpPr>
              <p:cNvPr id="182" name="Freeform 16"/>
              <p:cNvSpPr/>
              <p:nvPr/>
            </p:nvSpPr>
            <p:spPr>
              <a:xfrm rot="14560800">
                <a:off x="-9762120" y="686484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83" name="TextBox 17"/>
              <p:cNvSpPr/>
              <p:nvPr/>
            </p:nvSpPr>
            <p:spPr>
              <a:xfrm rot="14560800">
                <a:off x="-9868680" y="68000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84" name="Group 18"/>
            <p:cNvGrpSpPr/>
            <p:nvPr/>
          </p:nvGrpSpPr>
          <p:grpSpPr>
            <a:xfrm>
              <a:off x="-9107640" y="1717200"/>
              <a:ext cx="11155680" cy="18252720"/>
              <a:chOff x="-9107640" y="1717200"/>
              <a:chExt cx="11155680" cy="18252720"/>
            </a:xfrm>
          </p:grpSpPr>
          <p:sp>
            <p:nvSpPr>
              <p:cNvPr id="185" name="Freeform 19"/>
              <p:cNvSpPr/>
              <p:nvPr/>
            </p:nvSpPr>
            <p:spPr>
              <a:xfrm rot="15526800">
                <a:off x="-11923200" y="6941160"/>
                <a:ext cx="17021880" cy="7757280"/>
              </a:xfrm>
              <a:custGeom>
                <a:avLst/>
                <a:gdLst>
                  <a:gd name="textAreaLeft" fmla="*/ 0 w 17021880"/>
                  <a:gd name="textAreaRight" fmla="*/ 17022240 w 17021880"/>
                  <a:gd name="textAreaTop" fmla="*/ 0 h 7757280"/>
                  <a:gd name="textAreaBottom" fmla="*/ 7757640 h 7757280"/>
                </a:gdLst>
                <a:ahLst/>
                <a:rect l="textAreaLeft" t="textAreaTop" r="textAreaRight" b="textAreaBottom"/>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86" name="TextBox 20"/>
              <p:cNvSpPr/>
              <p:nvPr/>
            </p:nvSpPr>
            <p:spPr>
              <a:xfrm rot="15526800">
                <a:off x="-12040560" y="6845040"/>
                <a:ext cx="1702188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grpSp>
        <p:nvGrpSpPr>
          <p:cNvPr id="187" name="Group 21"/>
          <p:cNvGrpSpPr/>
          <p:nvPr/>
        </p:nvGrpSpPr>
        <p:grpSpPr>
          <a:xfrm>
            <a:off x="16024320" y="-10284840"/>
            <a:ext cx="18686520" cy="18252360"/>
            <a:chOff x="16024320" y="-10284840"/>
            <a:chExt cx="18686520" cy="18252360"/>
          </a:xfrm>
        </p:grpSpPr>
        <p:grpSp>
          <p:nvGrpSpPr>
            <p:cNvPr id="188" name="Group 22"/>
            <p:cNvGrpSpPr/>
            <p:nvPr/>
          </p:nvGrpSpPr>
          <p:grpSpPr>
            <a:xfrm>
              <a:off x="16024320" y="-9792360"/>
              <a:ext cx="17166240" cy="13292640"/>
              <a:chOff x="16024320" y="-9792360"/>
              <a:chExt cx="17166240" cy="13292640"/>
            </a:xfrm>
          </p:grpSpPr>
          <p:sp>
            <p:nvSpPr>
              <p:cNvPr id="189" name="Freeform 23"/>
              <p:cNvSpPr/>
              <p:nvPr/>
            </p:nvSpPr>
            <p:spPr>
              <a:xfrm rot="1370400">
                <a:off x="16931520" y="-691416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0" name="TextBox 24"/>
              <p:cNvSpPr/>
              <p:nvPr/>
            </p:nvSpPr>
            <p:spPr>
              <a:xfrm rot="1370400">
                <a:off x="16977960" y="-714420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91" name="Group 25"/>
            <p:cNvGrpSpPr/>
            <p:nvPr/>
          </p:nvGrpSpPr>
          <p:grpSpPr>
            <a:xfrm>
              <a:off x="24561000" y="-8275680"/>
              <a:ext cx="1839600" cy="15775920"/>
              <a:chOff x="24561000" y="-8275680"/>
              <a:chExt cx="1839600" cy="15775920"/>
            </a:xfrm>
          </p:grpSpPr>
          <p:sp>
            <p:nvSpPr>
              <p:cNvPr id="192" name="Freeform 26"/>
              <p:cNvSpPr/>
              <p:nvPr/>
            </p:nvSpPr>
            <p:spPr>
              <a:xfrm rot="5308800">
                <a:off x="17485920" y="-978840"/>
                <a:ext cx="15750000" cy="1182600"/>
              </a:xfrm>
              <a:custGeom>
                <a:avLst/>
                <a:gdLst>
                  <a:gd name="textAreaLeft" fmla="*/ 0 w 15750000"/>
                  <a:gd name="textAreaRight" fmla="*/ 15750360 w 15750000"/>
                  <a:gd name="textAreaTop" fmla="*/ 0 h 1182600"/>
                  <a:gd name="textAreaBottom" fmla="*/ 1182960 h 118260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3" name="TextBox 27"/>
              <p:cNvSpPr/>
              <p:nvPr/>
            </p:nvSpPr>
            <p:spPr>
              <a:xfrm rot="5308800">
                <a:off x="19571760" y="-1128600"/>
                <a:ext cx="11868480" cy="147384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94" name="Group 28"/>
            <p:cNvGrpSpPr/>
            <p:nvPr/>
          </p:nvGrpSpPr>
          <p:grpSpPr>
            <a:xfrm>
              <a:off x="18025560" y="-10169280"/>
              <a:ext cx="16685280" cy="16160040"/>
              <a:chOff x="18025560" y="-10169280"/>
              <a:chExt cx="16685280" cy="16160040"/>
            </a:xfrm>
          </p:grpSpPr>
          <p:sp>
            <p:nvSpPr>
              <p:cNvPr id="195" name="Freeform 29"/>
              <p:cNvSpPr/>
              <p:nvPr/>
            </p:nvSpPr>
            <p:spPr>
              <a:xfrm rot="2524200">
                <a:off x="18658440" y="-58788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6" name="TextBox 30"/>
              <p:cNvSpPr/>
              <p:nvPr/>
            </p:nvSpPr>
            <p:spPr>
              <a:xfrm rot="2524200">
                <a:off x="18738720" y="-608760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197" name="Group 31"/>
            <p:cNvGrpSpPr/>
            <p:nvPr/>
          </p:nvGrpSpPr>
          <p:grpSpPr>
            <a:xfrm>
              <a:off x="16802280" y="-9829080"/>
              <a:ext cx="17227080" cy="14174640"/>
              <a:chOff x="16802280" y="-9829080"/>
              <a:chExt cx="17227080" cy="14174640"/>
            </a:xfrm>
          </p:grpSpPr>
          <p:sp>
            <p:nvSpPr>
              <p:cNvPr id="198" name="Freeform 32"/>
              <p:cNvSpPr/>
              <p:nvPr/>
            </p:nvSpPr>
            <p:spPr>
              <a:xfrm rot="1662600">
                <a:off x="17730720" y="-651456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199" name="TextBox 33"/>
              <p:cNvSpPr/>
              <p:nvPr/>
            </p:nvSpPr>
            <p:spPr>
              <a:xfrm rot="1662600">
                <a:off x="17786520" y="-673992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200" name="Group 34"/>
            <p:cNvGrpSpPr/>
            <p:nvPr/>
          </p:nvGrpSpPr>
          <p:grpSpPr>
            <a:xfrm>
              <a:off x="20023200" y="-9727200"/>
              <a:ext cx="14107680" cy="17226720"/>
              <a:chOff x="20023200" y="-9727200"/>
              <a:chExt cx="14107680" cy="17226720"/>
            </a:xfrm>
          </p:grpSpPr>
          <p:sp>
            <p:nvSpPr>
              <p:cNvPr id="201" name="Freeform 35"/>
              <p:cNvSpPr/>
              <p:nvPr/>
            </p:nvSpPr>
            <p:spPr>
              <a:xfrm rot="3760800">
                <a:off x="19341000" y="-49374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02" name="TextBox 36"/>
              <p:cNvSpPr/>
              <p:nvPr/>
            </p:nvSpPr>
            <p:spPr>
              <a:xfrm rot="3760800">
                <a:off x="19447560" y="-511200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203" name="Group 37"/>
            <p:cNvGrpSpPr/>
            <p:nvPr/>
          </p:nvGrpSpPr>
          <p:grpSpPr>
            <a:xfrm>
              <a:off x="22789440" y="-10284840"/>
              <a:ext cx="11155680" cy="18252360"/>
              <a:chOff x="22789440" y="-10284840"/>
              <a:chExt cx="11155680" cy="18252360"/>
            </a:xfrm>
          </p:grpSpPr>
          <p:sp>
            <p:nvSpPr>
              <p:cNvPr id="204" name="Freeform 38"/>
              <p:cNvSpPr/>
              <p:nvPr/>
            </p:nvSpPr>
            <p:spPr>
              <a:xfrm rot="4726800">
                <a:off x="19738800" y="-5013720"/>
                <a:ext cx="17021880" cy="7757280"/>
              </a:xfrm>
              <a:custGeom>
                <a:avLst/>
                <a:gdLst>
                  <a:gd name="textAreaLeft" fmla="*/ 0 w 17021880"/>
                  <a:gd name="textAreaRight" fmla="*/ 17022240 w 17021880"/>
                  <a:gd name="textAreaTop" fmla="*/ 0 h 7757280"/>
                  <a:gd name="textAreaBottom" fmla="*/ 7757640 h 7757280"/>
                </a:gdLst>
                <a:ahLst/>
                <a:rect l="textAreaLeft" t="textAreaTop" r="textAreaRight" b="textAreaBottom"/>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05" name="TextBox 39"/>
              <p:cNvSpPr/>
              <p:nvPr/>
            </p:nvSpPr>
            <p:spPr>
              <a:xfrm rot="4726800">
                <a:off x="19856160" y="-5156640"/>
                <a:ext cx="1702188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sp>
        <p:nvSpPr>
          <p:cNvPr id="206" name="Freeform 40"/>
          <p:cNvSpPr/>
          <p:nvPr/>
        </p:nvSpPr>
        <p:spPr>
          <a:xfrm flipV="1">
            <a:off x="-1499760" y="-2398680"/>
            <a:ext cx="6222240" cy="4114440"/>
          </a:xfrm>
          <a:custGeom>
            <a:avLst/>
            <a:gdLst>
              <a:gd name="textAreaLeft" fmla="*/ 0 w 6222240"/>
              <a:gd name="textAreaRight" fmla="*/ 6222600 w 6222240"/>
              <a:gd name="textAreaTop" fmla="*/ 360 h 4114440"/>
              <a:gd name="textAreaBottom" fmla="*/ 4115160 h 4114440"/>
            </a:gdLst>
            <a:ahLst/>
            <a:rect l="textAreaLeft" t="textAreaTop" r="textAreaRight" b="textAreaBottom"/>
            <a:pathLst>
              <a:path w="6222760" h="4114800">
                <a:moveTo>
                  <a:pt x="0" y="4114800"/>
                </a:moveTo>
                <a:lnTo>
                  <a:pt x="6222760" y="4114800"/>
                </a:lnTo>
                <a:lnTo>
                  <a:pt x="6222760" y="0"/>
                </a:lnTo>
                <a:lnTo>
                  <a:pt x="0" y="0"/>
                </a:lnTo>
                <a:lnTo>
                  <a:pt x="0" y="411480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07" name="Freeform 41"/>
          <p:cNvSpPr/>
          <p:nvPr/>
        </p:nvSpPr>
        <p:spPr>
          <a:xfrm flipH="1">
            <a:off x="13565520" y="8570160"/>
            <a:ext cx="6222240" cy="4114440"/>
          </a:xfrm>
          <a:custGeom>
            <a:avLst/>
            <a:gdLst>
              <a:gd name="textAreaLeft" fmla="*/ 360 w 6222240"/>
              <a:gd name="textAreaRight" fmla="*/ 6222960 w 6222240"/>
              <a:gd name="textAreaTop" fmla="*/ 0 h 4114440"/>
              <a:gd name="textAreaBottom" fmla="*/ 4114800 h 4114440"/>
            </a:gdLst>
            <a:ahLst/>
            <a:rect l="textAreaLeft" t="textAreaTop" r="textAreaRight" b="textAreaBottom"/>
            <a:pathLst>
              <a:path w="6222760" h="4114800">
                <a:moveTo>
                  <a:pt x="6222760" y="0"/>
                </a:moveTo>
                <a:lnTo>
                  <a:pt x="0" y="0"/>
                </a:lnTo>
                <a:lnTo>
                  <a:pt x="0" y="4114800"/>
                </a:lnTo>
                <a:lnTo>
                  <a:pt x="6222760" y="4114800"/>
                </a:lnTo>
                <a:lnTo>
                  <a:pt x="622276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08" name="Freeform 42"/>
          <p:cNvSpPr/>
          <p:nvPr/>
        </p:nvSpPr>
        <p:spPr>
          <a:xfrm>
            <a:off x="477720" y="1716840"/>
            <a:ext cx="4397040" cy="4058640"/>
          </a:xfrm>
          <a:custGeom>
            <a:avLst/>
            <a:gdLst>
              <a:gd name="textAreaLeft" fmla="*/ 0 w 4397040"/>
              <a:gd name="textAreaRight" fmla="*/ 4397400 w 4397040"/>
              <a:gd name="textAreaTop" fmla="*/ 0 h 4058640"/>
              <a:gd name="textAreaBottom" fmla="*/ 4059000 h 4058640"/>
            </a:gdLst>
            <a:ahLst/>
            <a:rect l="textAreaLeft" t="textAreaTop" r="textAreaRight" b="textAreaBottom"/>
            <a:pathLst>
              <a:path w="4397431" h="4059167">
                <a:moveTo>
                  <a:pt x="0" y="0"/>
                </a:moveTo>
                <a:lnTo>
                  <a:pt x="4397431" y="0"/>
                </a:lnTo>
                <a:lnTo>
                  <a:pt x="4397431" y="4059168"/>
                </a:lnTo>
                <a:lnTo>
                  <a:pt x="0" y="4059168"/>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09" name="Freeform 43"/>
          <p:cNvSpPr/>
          <p:nvPr/>
        </p:nvSpPr>
        <p:spPr>
          <a:xfrm>
            <a:off x="5514840" y="1247760"/>
            <a:ext cx="3856320" cy="4266000"/>
          </a:xfrm>
          <a:custGeom>
            <a:avLst/>
            <a:gdLst>
              <a:gd name="textAreaLeft" fmla="*/ 0 w 3856320"/>
              <a:gd name="textAreaRight" fmla="*/ 3856680 w 3856320"/>
              <a:gd name="textAreaTop" fmla="*/ 0 h 4266000"/>
              <a:gd name="textAreaBottom" fmla="*/ 4266360 h 4266000"/>
            </a:gdLst>
            <a:ahLst/>
            <a:rect l="textAreaLeft" t="textAreaTop" r="textAreaRight" b="textAreaBottom"/>
            <a:pathLst>
              <a:path w="3856632" h="4266186">
                <a:moveTo>
                  <a:pt x="0" y="0"/>
                </a:moveTo>
                <a:lnTo>
                  <a:pt x="3856632" y="0"/>
                </a:lnTo>
                <a:lnTo>
                  <a:pt x="3856632" y="4266186"/>
                </a:lnTo>
                <a:lnTo>
                  <a:pt x="0" y="4266186"/>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10" name="Freeform 44"/>
          <p:cNvSpPr/>
          <p:nvPr/>
        </p:nvSpPr>
        <p:spPr>
          <a:xfrm>
            <a:off x="9952200" y="1328400"/>
            <a:ext cx="3272040" cy="4058640"/>
          </a:xfrm>
          <a:custGeom>
            <a:avLst/>
            <a:gdLst>
              <a:gd name="textAreaLeft" fmla="*/ 0 w 3272040"/>
              <a:gd name="textAreaRight" fmla="*/ 3272400 w 3272040"/>
              <a:gd name="textAreaTop" fmla="*/ 0 h 4058640"/>
              <a:gd name="textAreaBottom" fmla="*/ 4059000 h 4058640"/>
            </a:gdLst>
            <a:ahLst/>
            <a:rect l="textAreaLeft" t="textAreaTop" r="textAreaRight" b="textAreaBottom"/>
            <a:pathLst>
              <a:path w="3272507" h="4059167">
                <a:moveTo>
                  <a:pt x="0" y="0"/>
                </a:moveTo>
                <a:lnTo>
                  <a:pt x="3272507" y="0"/>
                </a:lnTo>
                <a:lnTo>
                  <a:pt x="3272507" y="4059167"/>
                </a:lnTo>
                <a:lnTo>
                  <a:pt x="0" y="4059167"/>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11" name="Freeform 45"/>
          <p:cNvSpPr/>
          <p:nvPr/>
        </p:nvSpPr>
        <p:spPr>
          <a:xfrm>
            <a:off x="14111640" y="1699200"/>
            <a:ext cx="3674160" cy="2864520"/>
          </a:xfrm>
          <a:custGeom>
            <a:avLst/>
            <a:gdLst>
              <a:gd name="textAreaLeft" fmla="*/ 0 w 3674160"/>
              <a:gd name="textAreaRight" fmla="*/ 3674520 w 3674160"/>
              <a:gd name="textAreaTop" fmla="*/ 0 h 2864520"/>
              <a:gd name="textAreaBottom" fmla="*/ 2864880 h 2864520"/>
            </a:gdLst>
            <a:ahLst/>
            <a:rect l="textAreaLeft" t="textAreaTop" r="textAreaRight" b="textAreaBottom"/>
            <a:pathLst>
              <a:path w="3674355" h="2865052">
                <a:moveTo>
                  <a:pt x="0" y="0"/>
                </a:moveTo>
                <a:lnTo>
                  <a:pt x="3674355" y="0"/>
                </a:lnTo>
                <a:lnTo>
                  <a:pt x="3674355" y="2865052"/>
                </a:lnTo>
                <a:lnTo>
                  <a:pt x="0" y="2865052"/>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12" name="TextBox 46"/>
          <p:cNvSpPr/>
          <p:nvPr/>
        </p:nvSpPr>
        <p:spPr>
          <a:xfrm>
            <a:off x="5449320" y="169920"/>
            <a:ext cx="5473440" cy="127980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r>
              <a:rPr b="1" lang="en-US" sz="3600" spc="-1" strike="noStrike">
                <a:solidFill>
                  <a:srgbClr val="000000"/>
                </a:solidFill>
                <a:latin typeface="Muli Bold"/>
                <a:ea typeface="Muli Bold"/>
              </a:rPr>
              <a:t> </a:t>
            </a:r>
            <a:r>
              <a:rPr b="1" lang="en-US" sz="3600" spc="-1" strike="noStrike">
                <a:solidFill>
                  <a:srgbClr val="000000"/>
                </a:solidFill>
                <a:latin typeface="Muli Bold"/>
                <a:ea typeface="Muli Bold"/>
              </a:rPr>
              <a:t>TECHNICAL APPROACH</a:t>
            </a:r>
            <a:endParaRPr b="0" lang="en-IN" sz="3600" spc="-1" strike="noStrike">
              <a:solidFill>
                <a:srgbClr val="000000"/>
              </a:solidFill>
              <a:latin typeface="Arial"/>
            </a:endParaRPr>
          </a:p>
        </p:txBody>
      </p:sp>
      <p:grpSp>
        <p:nvGrpSpPr>
          <p:cNvPr id="213" name="Group 47"/>
          <p:cNvGrpSpPr/>
          <p:nvPr/>
        </p:nvGrpSpPr>
        <p:grpSpPr>
          <a:xfrm>
            <a:off x="-15498720" y="-15549480"/>
            <a:ext cx="18686520" cy="18252360"/>
            <a:chOff x="-15498720" y="-15549480"/>
            <a:chExt cx="18686520" cy="18252360"/>
          </a:xfrm>
        </p:grpSpPr>
        <p:grpSp>
          <p:nvGrpSpPr>
            <p:cNvPr id="214" name="Group 48"/>
            <p:cNvGrpSpPr/>
            <p:nvPr/>
          </p:nvGrpSpPr>
          <p:grpSpPr>
            <a:xfrm>
              <a:off x="-15498720" y="-15057000"/>
              <a:ext cx="17166240" cy="13292640"/>
              <a:chOff x="-15498720" y="-15057000"/>
              <a:chExt cx="17166240" cy="13292640"/>
            </a:xfrm>
          </p:grpSpPr>
          <p:sp>
            <p:nvSpPr>
              <p:cNvPr id="215" name="Freeform 49"/>
              <p:cNvSpPr/>
              <p:nvPr/>
            </p:nvSpPr>
            <p:spPr>
              <a:xfrm rot="1370400">
                <a:off x="-14591160" y="-121788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16" name="TextBox 50"/>
              <p:cNvSpPr/>
              <p:nvPr/>
            </p:nvSpPr>
            <p:spPr>
              <a:xfrm rot="1370400">
                <a:off x="-14544720" y="-124088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217" name="Group 51"/>
            <p:cNvGrpSpPr/>
            <p:nvPr/>
          </p:nvGrpSpPr>
          <p:grpSpPr>
            <a:xfrm>
              <a:off x="-6961680" y="-13540320"/>
              <a:ext cx="1839600" cy="15775920"/>
              <a:chOff x="-6961680" y="-13540320"/>
              <a:chExt cx="1839600" cy="15775920"/>
            </a:xfrm>
          </p:grpSpPr>
          <p:sp>
            <p:nvSpPr>
              <p:cNvPr id="218" name="Freeform 52"/>
              <p:cNvSpPr/>
              <p:nvPr/>
            </p:nvSpPr>
            <p:spPr>
              <a:xfrm rot="5308800">
                <a:off x="-14036400" y="-6243480"/>
                <a:ext cx="15750000" cy="1182600"/>
              </a:xfrm>
              <a:custGeom>
                <a:avLst/>
                <a:gdLst>
                  <a:gd name="textAreaLeft" fmla="*/ 0 w 15750000"/>
                  <a:gd name="textAreaRight" fmla="*/ 15750360 w 15750000"/>
                  <a:gd name="textAreaTop" fmla="*/ 0 h 1182600"/>
                  <a:gd name="textAreaBottom" fmla="*/ 1182960 h 118260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19" name="TextBox 53"/>
              <p:cNvSpPr/>
              <p:nvPr/>
            </p:nvSpPr>
            <p:spPr>
              <a:xfrm rot="5308800">
                <a:off x="-11950560" y="-6393240"/>
                <a:ext cx="11868480" cy="147384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220" name="Group 54"/>
            <p:cNvGrpSpPr/>
            <p:nvPr/>
          </p:nvGrpSpPr>
          <p:grpSpPr>
            <a:xfrm>
              <a:off x="-13497480" y="-15433920"/>
              <a:ext cx="16685280" cy="16160040"/>
              <a:chOff x="-13497480" y="-15433920"/>
              <a:chExt cx="16685280" cy="16160040"/>
            </a:xfrm>
          </p:grpSpPr>
          <p:sp>
            <p:nvSpPr>
              <p:cNvPr id="221" name="Freeform 55"/>
              <p:cNvSpPr/>
              <p:nvPr/>
            </p:nvSpPr>
            <p:spPr>
              <a:xfrm rot="2524200">
                <a:off x="-12863880" y="-1114344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22" name="TextBox 56"/>
              <p:cNvSpPr/>
              <p:nvPr/>
            </p:nvSpPr>
            <p:spPr>
              <a:xfrm rot="2524200">
                <a:off x="-12783960" y="-113522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223" name="Group 57"/>
            <p:cNvGrpSpPr/>
            <p:nvPr/>
          </p:nvGrpSpPr>
          <p:grpSpPr>
            <a:xfrm>
              <a:off x="-14720760" y="-15093720"/>
              <a:ext cx="17227080" cy="14175000"/>
              <a:chOff x="-14720760" y="-15093720"/>
              <a:chExt cx="17227080" cy="14175000"/>
            </a:xfrm>
          </p:grpSpPr>
          <p:sp>
            <p:nvSpPr>
              <p:cNvPr id="224" name="Freeform 58"/>
              <p:cNvSpPr/>
              <p:nvPr/>
            </p:nvSpPr>
            <p:spPr>
              <a:xfrm rot="1662600">
                <a:off x="-13791960" y="-1177884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25" name="TextBox 59"/>
              <p:cNvSpPr/>
              <p:nvPr/>
            </p:nvSpPr>
            <p:spPr>
              <a:xfrm rot="1662600">
                <a:off x="-13736160" y="-1200456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226" name="Group 60"/>
            <p:cNvGrpSpPr/>
            <p:nvPr/>
          </p:nvGrpSpPr>
          <p:grpSpPr>
            <a:xfrm>
              <a:off x="-11499840" y="-14991840"/>
              <a:ext cx="14107680" cy="17227080"/>
              <a:chOff x="-11499840" y="-14991840"/>
              <a:chExt cx="14107680" cy="17227080"/>
            </a:xfrm>
          </p:grpSpPr>
          <p:sp>
            <p:nvSpPr>
              <p:cNvPr id="227" name="Freeform 61"/>
              <p:cNvSpPr/>
              <p:nvPr/>
            </p:nvSpPr>
            <p:spPr>
              <a:xfrm rot="3760800">
                <a:off x="-12181680" y="-1020168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28" name="TextBox 62"/>
              <p:cNvSpPr/>
              <p:nvPr/>
            </p:nvSpPr>
            <p:spPr>
              <a:xfrm rot="3760800">
                <a:off x="-12075120" y="-103766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229" name="Group 63"/>
            <p:cNvGrpSpPr/>
            <p:nvPr/>
          </p:nvGrpSpPr>
          <p:grpSpPr>
            <a:xfrm>
              <a:off x="-8733600" y="-15549480"/>
              <a:ext cx="11155680" cy="18252360"/>
              <a:chOff x="-8733600" y="-15549480"/>
              <a:chExt cx="11155680" cy="18252360"/>
            </a:xfrm>
          </p:grpSpPr>
          <p:sp>
            <p:nvSpPr>
              <p:cNvPr id="230" name="Freeform 64"/>
              <p:cNvSpPr/>
              <p:nvPr/>
            </p:nvSpPr>
            <p:spPr>
              <a:xfrm rot="4726800">
                <a:off x="-11783880" y="-10278360"/>
                <a:ext cx="17021880" cy="7757280"/>
              </a:xfrm>
              <a:custGeom>
                <a:avLst/>
                <a:gdLst>
                  <a:gd name="textAreaLeft" fmla="*/ 0 w 17021880"/>
                  <a:gd name="textAreaRight" fmla="*/ 17022240 w 17021880"/>
                  <a:gd name="textAreaTop" fmla="*/ 0 h 7757280"/>
                  <a:gd name="textAreaBottom" fmla="*/ 7757640 h 7757280"/>
                </a:gdLst>
                <a:ahLst/>
                <a:rect l="textAreaLeft" t="textAreaTop" r="textAreaRight" b="textAreaBottom"/>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31" name="TextBox 65"/>
              <p:cNvSpPr/>
              <p:nvPr/>
            </p:nvSpPr>
            <p:spPr>
              <a:xfrm rot="4726800">
                <a:off x="-11666520" y="-10421280"/>
                <a:ext cx="1702188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sp>
        <p:nvSpPr>
          <p:cNvPr id="232" name="Freeform 66"/>
          <p:cNvSpPr/>
          <p:nvPr/>
        </p:nvSpPr>
        <p:spPr>
          <a:xfrm>
            <a:off x="4767120" y="2911320"/>
            <a:ext cx="774000" cy="498960"/>
          </a:xfrm>
          <a:custGeom>
            <a:avLst/>
            <a:gdLst>
              <a:gd name="textAreaLeft" fmla="*/ 0 w 774000"/>
              <a:gd name="textAreaRight" fmla="*/ 774360 w 774000"/>
              <a:gd name="textAreaTop" fmla="*/ 0 h 498960"/>
              <a:gd name="textAreaBottom" fmla="*/ 499320 h 498960"/>
            </a:gdLst>
            <a:ahLst/>
            <a:rect l="textAreaLeft" t="textAreaTop" r="textAreaRight" b="textAreaBottom"/>
            <a:pathLst>
              <a:path w="774202" h="499360">
                <a:moveTo>
                  <a:pt x="0" y="0"/>
                </a:moveTo>
                <a:lnTo>
                  <a:pt x="774202" y="0"/>
                </a:lnTo>
                <a:lnTo>
                  <a:pt x="774202" y="499360"/>
                </a:lnTo>
                <a:lnTo>
                  <a:pt x="0" y="499360"/>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33" name="Freeform 67"/>
          <p:cNvSpPr/>
          <p:nvPr/>
        </p:nvSpPr>
        <p:spPr>
          <a:xfrm>
            <a:off x="9642960" y="2911320"/>
            <a:ext cx="774000" cy="498960"/>
          </a:xfrm>
          <a:custGeom>
            <a:avLst/>
            <a:gdLst>
              <a:gd name="textAreaLeft" fmla="*/ 0 w 774000"/>
              <a:gd name="textAreaRight" fmla="*/ 774360 w 774000"/>
              <a:gd name="textAreaTop" fmla="*/ 0 h 498960"/>
              <a:gd name="textAreaBottom" fmla="*/ 499320 h 498960"/>
            </a:gdLst>
            <a:ahLst/>
            <a:rect l="textAreaLeft" t="textAreaTop" r="textAreaRight" b="textAreaBottom"/>
            <a:pathLst>
              <a:path w="774202" h="499360">
                <a:moveTo>
                  <a:pt x="0" y="0"/>
                </a:moveTo>
                <a:lnTo>
                  <a:pt x="774201" y="0"/>
                </a:lnTo>
                <a:lnTo>
                  <a:pt x="774201" y="499360"/>
                </a:lnTo>
                <a:lnTo>
                  <a:pt x="0" y="499360"/>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34" name="Freeform 68"/>
          <p:cNvSpPr/>
          <p:nvPr/>
        </p:nvSpPr>
        <p:spPr>
          <a:xfrm>
            <a:off x="13178520" y="2881800"/>
            <a:ext cx="774000" cy="498960"/>
          </a:xfrm>
          <a:custGeom>
            <a:avLst/>
            <a:gdLst>
              <a:gd name="textAreaLeft" fmla="*/ 0 w 774000"/>
              <a:gd name="textAreaRight" fmla="*/ 774360 w 774000"/>
              <a:gd name="textAreaTop" fmla="*/ 0 h 498960"/>
              <a:gd name="textAreaBottom" fmla="*/ 499320 h 498960"/>
            </a:gdLst>
            <a:ahLst/>
            <a:rect l="textAreaLeft" t="textAreaTop" r="textAreaRight" b="textAreaBottom"/>
            <a:pathLst>
              <a:path w="774202" h="499360">
                <a:moveTo>
                  <a:pt x="0" y="0"/>
                </a:moveTo>
                <a:lnTo>
                  <a:pt x="774202" y="0"/>
                </a:lnTo>
                <a:lnTo>
                  <a:pt x="774202" y="499360"/>
                </a:lnTo>
                <a:lnTo>
                  <a:pt x="0" y="499360"/>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35" name="Freeform 69"/>
          <p:cNvSpPr/>
          <p:nvPr/>
        </p:nvSpPr>
        <p:spPr>
          <a:xfrm>
            <a:off x="1572840" y="7133040"/>
            <a:ext cx="14825520" cy="2044080"/>
          </a:xfrm>
          <a:custGeom>
            <a:avLst/>
            <a:gdLst>
              <a:gd name="textAreaLeft" fmla="*/ 0 w 14825520"/>
              <a:gd name="textAreaRight" fmla="*/ 14825880 w 14825520"/>
              <a:gd name="textAreaTop" fmla="*/ 0 h 2044080"/>
              <a:gd name="textAreaBottom" fmla="*/ 2044440 h 2044080"/>
            </a:gdLst>
            <a:ahLst/>
            <a:rect l="textAreaLeft" t="textAreaTop" r="textAreaRight" b="textAreaBottom"/>
            <a:pathLst>
              <a:path w="14825765" h="2044538">
                <a:moveTo>
                  <a:pt x="0" y="0"/>
                </a:moveTo>
                <a:lnTo>
                  <a:pt x="14825765" y="0"/>
                </a:lnTo>
                <a:lnTo>
                  <a:pt x="14825765" y="2044539"/>
                </a:lnTo>
                <a:lnTo>
                  <a:pt x="0" y="2044539"/>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36" name="TextBox 70"/>
          <p:cNvSpPr/>
          <p:nvPr/>
        </p:nvSpPr>
        <p:spPr>
          <a:xfrm>
            <a:off x="-36360" y="6522480"/>
            <a:ext cx="4230720" cy="533880"/>
          </a:xfrm>
          <a:prstGeom prst="rect">
            <a:avLst/>
          </a:prstGeom>
          <a:noFill/>
          <a:ln w="0">
            <a:noFill/>
          </a:ln>
        </p:spPr>
        <p:style>
          <a:lnRef idx="0"/>
          <a:fillRef idx="0"/>
          <a:effectRef idx="0"/>
          <a:fontRef idx="minor"/>
        </p:style>
        <p:txBody>
          <a:bodyPr lIns="0" rIns="0" tIns="0" bIns="0" anchor="t">
            <a:spAutoFit/>
          </a:bodyPr>
          <a:p>
            <a:pPr algn="ctr" defTabSz="914400">
              <a:lnSpc>
                <a:spcPts val="2100"/>
              </a:lnSpc>
            </a:pPr>
            <a:r>
              <a:rPr b="0" lang="en-US" sz="1500" spc="-1" strike="noStrike">
                <a:solidFill>
                  <a:srgbClr val="000000"/>
                </a:solidFill>
                <a:latin typeface="Muli"/>
                <a:ea typeface="Muli"/>
              </a:rPr>
              <a:t>Flutter / React Native</a:t>
            </a:r>
            <a:endParaRPr b="0" lang="en-IN" sz="1500" spc="-1" strike="noStrike">
              <a:solidFill>
                <a:srgbClr val="000000"/>
              </a:solidFill>
              <a:latin typeface="Arial"/>
            </a:endParaRPr>
          </a:p>
          <a:p>
            <a:pPr algn="ctr" defTabSz="914400">
              <a:lnSpc>
                <a:spcPts val="2100"/>
              </a:lnSpc>
            </a:pPr>
            <a:r>
              <a:rPr b="0" lang="en-US" sz="1500" spc="-1" strike="noStrike">
                <a:solidFill>
                  <a:srgbClr val="000000"/>
                </a:solidFill>
                <a:latin typeface="Muli"/>
                <a:ea typeface="Muli"/>
              </a:rPr>
              <a:t> </a:t>
            </a:r>
            <a:r>
              <a:rPr b="0" lang="en-US" sz="1500" spc="-1" strike="noStrike">
                <a:solidFill>
                  <a:srgbClr val="000000"/>
                </a:solidFill>
                <a:latin typeface="Muli"/>
                <a:ea typeface="Muli"/>
              </a:rPr>
              <a:t>GPS • Digital Forms • Photo/Video • Notifications</a:t>
            </a:r>
            <a:endParaRPr b="0" lang="en-IN" sz="1500" spc="-1" strike="noStrike">
              <a:solidFill>
                <a:srgbClr val="000000"/>
              </a:solidFill>
              <a:latin typeface="Arial"/>
            </a:endParaRPr>
          </a:p>
        </p:txBody>
      </p:sp>
      <p:sp>
        <p:nvSpPr>
          <p:cNvPr id="237" name="TextBox 71"/>
          <p:cNvSpPr/>
          <p:nvPr/>
        </p:nvSpPr>
        <p:spPr>
          <a:xfrm>
            <a:off x="1076400" y="5760000"/>
            <a:ext cx="157284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1. Mobile App</a:t>
            </a:r>
            <a:endParaRPr b="0" lang="en-IN" sz="1900" spc="-1" strike="noStrike">
              <a:solidFill>
                <a:srgbClr val="000000"/>
              </a:solidFill>
              <a:latin typeface="Arial"/>
            </a:endParaRPr>
          </a:p>
        </p:txBody>
      </p:sp>
      <p:sp>
        <p:nvSpPr>
          <p:cNvPr id="238" name="TextBox 72"/>
          <p:cNvSpPr/>
          <p:nvPr/>
        </p:nvSpPr>
        <p:spPr>
          <a:xfrm>
            <a:off x="6120000" y="5544000"/>
            <a:ext cx="2196000" cy="33804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2. RealtimeAPI</a:t>
            </a:r>
            <a:endParaRPr b="0" lang="en-IN" sz="1900" spc="-1" strike="noStrike">
              <a:solidFill>
                <a:srgbClr val="000000"/>
              </a:solidFill>
              <a:latin typeface="Arial"/>
            </a:endParaRPr>
          </a:p>
        </p:txBody>
      </p:sp>
      <p:sp>
        <p:nvSpPr>
          <p:cNvPr id="239" name="TextBox 73"/>
          <p:cNvSpPr/>
          <p:nvPr/>
        </p:nvSpPr>
        <p:spPr>
          <a:xfrm>
            <a:off x="4788000" y="6235920"/>
            <a:ext cx="4838760" cy="852840"/>
          </a:xfrm>
          <a:prstGeom prst="rect">
            <a:avLst/>
          </a:prstGeom>
          <a:noFill/>
          <a:ln w="0">
            <a:noFill/>
          </a:ln>
        </p:spPr>
        <p:style>
          <a:lnRef idx="0"/>
          <a:fillRef idx="0"/>
          <a:effectRef idx="0"/>
          <a:fontRef idx="minor"/>
        </p:style>
        <p:txBody>
          <a:bodyPr lIns="0" rIns="0" tIns="0" bIns="0" anchor="t">
            <a:spAutoFit/>
          </a:bodyPr>
          <a:p>
            <a:pPr algn="ctr" defTabSz="914400">
              <a:lnSpc>
                <a:spcPts val="2239"/>
              </a:lnSpc>
            </a:pPr>
            <a:r>
              <a:rPr b="0" lang="en-US" sz="1600" spc="-1" strike="noStrike">
                <a:solidFill>
                  <a:srgbClr val="000000"/>
                </a:solidFill>
                <a:latin typeface="Muli"/>
                <a:ea typeface="Muli"/>
              </a:rPr>
              <a:t>Fast API / Node.js</a:t>
            </a:r>
            <a:endParaRPr b="0" lang="en-IN" sz="1600" spc="-1" strike="noStrike">
              <a:solidFill>
                <a:srgbClr val="000000"/>
              </a:solidFill>
              <a:latin typeface="Arial"/>
            </a:endParaRPr>
          </a:p>
          <a:p>
            <a:pPr algn="ctr" defTabSz="914400">
              <a:lnSpc>
                <a:spcPts val="2239"/>
              </a:lnSpc>
            </a:pPr>
            <a:r>
              <a:rPr b="0" lang="en-US" sz="1600" spc="-1" strike="noStrike">
                <a:solidFill>
                  <a:srgbClr val="000000"/>
                </a:solidFill>
                <a:latin typeface="Muli"/>
                <a:ea typeface="Muli"/>
              </a:rPr>
              <a:t> </a:t>
            </a:r>
            <a:r>
              <a:rPr b="0" lang="en-US" sz="1600" spc="-1" strike="noStrike">
                <a:solidFill>
                  <a:srgbClr val="000000"/>
                </a:solidFill>
                <a:latin typeface="Muli"/>
                <a:ea typeface="Muli"/>
              </a:rPr>
              <a:t>REST APIs • Authentication • Task Management • Real-Time Updates</a:t>
            </a:r>
            <a:endParaRPr b="0" lang="en-IN" sz="1600" spc="-1" strike="noStrike">
              <a:solidFill>
                <a:srgbClr val="000000"/>
              </a:solidFill>
              <a:latin typeface="Arial"/>
            </a:endParaRPr>
          </a:p>
        </p:txBody>
      </p:sp>
      <p:sp>
        <p:nvSpPr>
          <p:cNvPr id="240" name="TextBox 74"/>
          <p:cNvSpPr/>
          <p:nvPr/>
        </p:nvSpPr>
        <p:spPr>
          <a:xfrm>
            <a:off x="10967400" y="5404320"/>
            <a:ext cx="1812600" cy="33804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3.Database</a:t>
            </a:r>
            <a:endParaRPr b="0" lang="en-IN" sz="1900" spc="-1" strike="noStrike">
              <a:solidFill>
                <a:srgbClr val="000000"/>
              </a:solidFill>
              <a:latin typeface="Arial"/>
            </a:endParaRPr>
          </a:p>
        </p:txBody>
      </p:sp>
      <p:sp>
        <p:nvSpPr>
          <p:cNvPr id="241" name="TextBox 75"/>
          <p:cNvSpPr/>
          <p:nvPr/>
        </p:nvSpPr>
        <p:spPr>
          <a:xfrm>
            <a:off x="9758520" y="5913360"/>
            <a:ext cx="4371480" cy="852840"/>
          </a:xfrm>
          <a:prstGeom prst="rect">
            <a:avLst/>
          </a:prstGeom>
          <a:noFill/>
          <a:ln w="0">
            <a:noFill/>
          </a:ln>
        </p:spPr>
        <p:style>
          <a:lnRef idx="0"/>
          <a:fillRef idx="0"/>
          <a:effectRef idx="0"/>
          <a:fontRef idx="minor"/>
        </p:style>
        <p:txBody>
          <a:bodyPr lIns="0" rIns="0" tIns="0" bIns="0" anchor="t">
            <a:spAutoFit/>
          </a:bodyPr>
          <a:p>
            <a:pPr algn="ctr" defTabSz="914400">
              <a:lnSpc>
                <a:spcPts val="2239"/>
              </a:lnSpc>
            </a:pPr>
            <a:r>
              <a:rPr b="0" lang="en-US" sz="1600" spc="-1" strike="noStrike">
                <a:solidFill>
                  <a:srgbClr val="000000"/>
                </a:solidFill>
                <a:latin typeface="Muli"/>
                <a:ea typeface="Muli"/>
              </a:rPr>
              <a:t>PostgreSQL / PostGIS</a:t>
            </a:r>
            <a:endParaRPr b="0" lang="en-IN" sz="1600" spc="-1" strike="noStrike">
              <a:solidFill>
                <a:srgbClr val="000000"/>
              </a:solidFill>
              <a:latin typeface="Arial"/>
            </a:endParaRPr>
          </a:p>
          <a:p>
            <a:pPr algn="ctr" defTabSz="914400">
              <a:lnSpc>
                <a:spcPts val="2239"/>
              </a:lnSpc>
            </a:pPr>
            <a:r>
              <a:rPr b="0" lang="en-US" sz="1600" spc="-1" strike="noStrike">
                <a:solidFill>
                  <a:srgbClr val="000000"/>
                </a:solidFill>
                <a:latin typeface="Muli"/>
                <a:ea typeface="Muli"/>
              </a:rPr>
              <a:t> </a:t>
            </a:r>
            <a:r>
              <a:rPr b="0" lang="en-US" sz="1600" spc="-1" strike="noStrike">
                <a:solidFill>
                  <a:srgbClr val="000000"/>
                </a:solidFill>
                <a:latin typeface="Muli"/>
                <a:ea typeface="Muli"/>
              </a:rPr>
              <a:t>Inspector Data • Inspection Records • GPS Data • Evidence • Audit Logs</a:t>
            </a:r>
            <a:endParaRPr b="0" lang="en-IN" sz="1600" spc="-1" strike="noStrike">
              <a:solidFill>
                <a:srgbClr val="000000"/>
              </a:solidFill>
              <a:latin typeface="Arial"/>
            </a:endParaRPr>
          </a:p>
        </p:txBody>
      </p:sp>
      <p:sp>
        <p:nvSpPr>
          <p:cNvPr id="242" name="TextBox 76"/>
          <p:cNvSpPr/>
          <p:nvPr/>
        </p:nvSpPr>
        <p:spPr>
          <a:xfrm>
            <a:off x="15140520" y="5080320"/>
            <a:ext cx="215748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4. Web Dashboard</a:t>
            </a:r>
            <a:endParaRPr b="0" lang="en-IN" sz="1900" spc="-1" strike="noStrike">
              <a:solidFill>
                <a:srgbClr val="000000"/>
              </a:solidFill>
              <a:latin typeface="Arial"/>
            </a:endParaRPr>
          </a:p>
        </p:txBody>
      </p:sp>
      <p:sp>
        <p:nvSpPr>
          <p:cNvPr id="243" name="TextBox 77"/>
          <p:cNvSpPr/>
          <p:nvPr/>
        </p:nvSpPr>
        <p:spPr>
          <a:xfrm>
            <a:off x="14260680" y="5902920"/>
            <a:ext cx="3824640" cy="852840"/>
          </a:xfrm>
          <a:prstGeom prst="rect">
            <a:avLst/>
          </a:prstGeom>
          <a:noFill/>
          <a:ln w="0">
            <a:noFill/>
          </a:ln>
        </p:spPr>
        <p:style>
          <a:lnRef idx="0"/>
          <a:fillRef idx="0"/>
          <a:effectRef idx="0"/>
          <a:fontRef idx="minor"/>
        </p:style>
        <p:txBody>
          <a:bodyPr lIns="0" rIns="0" tIns="0" bIns="0" anchor="t">
            <a:spAutoFit/>
          </a:bodyPr>
          <a:p>
            <a:pPr algn="ctr" defTabSz="914400">
              <a:lnSpc>
                <a:spcPts val="2239"/>
              </a:lnSpc>
            </a:pPr>
            <a:r>
              <a:rPr b="0" lang="en-US" sz="1600" spc="-1" strike="noStrike">
                <a:solidFill>
                  <a:srgbClr val="000000"/>
                </a:solidFill>
                <a:latin typeface="Muli"/>
                <a:ea typeface="Muli"/>
              </a:rPr>
              <a:t>React.js</a:t>
            </a:r>
            <a:endParaRPr b="0" lang="en-IN" sz="1600" spc="-1" strike="noStrike">
              <a:solidFill>
                <a:srgbClr val="000000"/>
              </a:solidFill>
              <a:latin typeface="Arial"/>
            </a:endParaRPr>
          </a:p>
          <a:p>
            <a:pPr algn="ctr" defTabSz="914400">
              <a:lnSpc>
                <a:spcPts val="2239"/>
              </a:lnSpc>
            </a:pPr>
            <a:r>
              <a:rPr b="0" lang="en-US" sz="1600" spc="-1" strike="noStrike">
                <a:solidFill>
                  <a:srgbClr val="000000"/>
                </a:solidFill>
                <a:latin typeface="Muli"/>
                <a:ea typeface="Muli"/>
              </a:rPr>
              <a:t> </a:t>
            </a:r>
            <a:r>
              <a:rPr b="0" lang="en-US" sz="1600" spc="-1" strike="noStrike">
                <a:solidFill>
                  <a:srgbClr val="000000"/>
                </a:solidFill>
                <a:latin typeface="Muli"/>
                <a:ea typeface="Muli"/>
              </a:rPr>
              <a:t>Live Status • Inspection Tracking • Reports • Alerts</a:t>
            </a:r>
            <a:endParaRPr b="0" lang="en-IN" sz="1600" spc="-1" strike="noStrike">
              <a:solidFill>
                <a:srgbClr val="000000"/>
              </a:solidFill>
              <a:latin typeface="Arial"/>
            </a:endParaRPr>
          </a:p>
        </p:txBody>
      </p:sp>
      <p:sp>
        <p:nvSpPr>
          <p:cNvPr id="244" name="TextBox 78"/>
          <p:cNvSpPr/>
          <p:nvPr/>
        </p:nvSpPr>
        <p:spPr>
          <a:xfrm>
            <a:off x="972360" y="9424080"/>
            <a:ext cx="7840800" cy="33732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SMART INDIA HACKATHON 2026 • SIH26095 • Smart Automation 03</a:t>
            </a:r>
            <a:endParaRPr b="0" lang="en-IN"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cfe"/>
        </a:solidFill>
      </p:bgPr>
    </p:bg>
    <p:spTree>
      <p:nvGrpSpPr>
        <p:cNvPr id="1" name=""/>
        <p:cNvGrpSpPr/>
        <p:nvPr/>
      </p:nvGrpSpPr>
      <p:grpSpPr>
        <a:xfrm>
          <a:off x="0" y="0"/>
          <a:ext cx="0" cy="0"/>
          <a:chOff x="0" y="0"/>
          <a:chExt cx="0" cy="0"/>
        </a:xfrm>
      </p:grpSpPr>
      <p:grpSp>
        <p:nvGrpSpPr>
          <p:cNvPr id="245" name="Group 2"/>
          <p:cNvGrpSpPr/>
          <p:nvPr/>
        </p:nvGrpSpPr>
        <p:grpSpPr>
          <a:xfrm>
            <a:off x="-7450560" y="-6845760"/>
            <a:ext cx="14117400" cy="14452920"/>
            <a:chOff x="-7450560" y="-6845760"/>
            <a:chExt cx="14117400" cy="14452920"/>
          </a:xfrm>
        </p:grpSpPr>
        <p:grpSp>
          <p:nvGrpSpPr>
            <p:cNvPr id="246" name="Group 3"/>
            <p:cNvGrpSpPr/>
            <p:nvPr/>
          </p:nvGrpSpPr>
          <p:grpSpPr>
            <a:xfrm>
              <a:off x="-7069320" y="-5670000"/>
              <a:ext cx="10280880" cy="13277160"/>
              <a:chOff x="-7069320" y="-5670000"/>
              <a:chExt cx="10280880" cy="13277160"/>
            </a:xfrm>
          </p:grpSpPr>
          <p:sp>
            <p:nvSpPr>
              <p:cNvPr id="247" name="Freeform 4"/>
              <p:cNvSpPr/>
              <p:nvPr/>
            </p:nvSpPr>
            <p:spPr>
              <a:xfrm rot="17570400">
                <a:off x="-7744320" y="-19951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48" name="TextBox 5"/>
              <p:cNvSpPr/>
              <p:nvPr/>
            </p:nvSpPr>
            <p:spPr>
              <a:xfrm rot="17570400">
                <a:off x="-7829640" y="-21236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49" name="Group 6"/>
            <p:cNvGrpSpPr/>
            <p:nvPr/>
          </p:nvGrpSpPr>
          <p:grpSpPr>
            <a:xfrm>
              <a:off x="-5896440" y="-418320"/>
              <a:ext cx="12201480" cy="1422720"/>
              <a:chOff x="-5896440" y="-418320"/>
              <a:chExt cx="12201480" cy="1422720"/>
            </a:xfrm>
          </p:grpSpPr>
          <p:sp>
            <p:nvSpPr>
              <p:cNvPr id="250" name="Freeform 7"/>
              <p:cNvSpPr/>
              <p:nvPr/>
            </p:nvSpPr>
            <p:spPr>
              <a:xfrm rot="21508800">
                <a:off x="-5886360" y="-71640"/>
                <a:ext cx="12181680" cy="914760"/>
              </a:xfrm>
              <a:custGeom>
                <a:avLst/>
                <a:gdLst>
                  <a:gd name="textAreaLeft" fmla="*/ 0 w 12181680"/>
                  <a:gd name="textAreaRight" fmla="*/ 12182040 w 12181680"/>
                  <a:gd name="textAreaTop" fmla="*/ 0 h 914760"/>
                  <a:gd name="textAreaBottom" fmla="*/ 915120 h 91476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51" name="TextBox 8"/>
              <p:cNvSpPr/>
              <p:nvPr/>
            </p:nvSpPr>
            <p:spPr>
              <a:xfrm rot="21508800">
                <a:off x="-4388400" y="-296640"/>
                <a:ext cx="9179640" cy="11397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52" name="Group 9"/>
            <p:cNvGrpSpPr/>
            <p:nvPr/>
          </p:nvGrpSpPr>
          <p:grpSpPr>
            <a:xfrm>
              <a:off x="-7360920" y="-6845760"/>
              <a:ext cx="12498480" cy="12904920"/>
              <a:chOff x="-7360920" y="-6845760"/>
              <a:chExt cx="12498480" cy="12904920"/>
            </a:xfrm>
          </p:grpSpPr>
          <p:sp>
            <p:nvSpPr>
              <p:cNvPr id="253" name="Freeform 10"/>
              <p:cNvSpPr/>
              <p:nvPr/>
            </p:nvSpPr>
            <p:spPr>
              <a:xfrm rot="18724200">
                <a:off x="-6943680" y="-333108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54" name="TextBox 11"/>
              <p:cNvSpPr/>
              <p:nvPr/>
            </p:nvSpPr>
            <p:spPr>
              <a:xfrm rot="18724200">
                <a:off x="-7012080" y="-348552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55" name="Group 12"/>
            <p:cNvGrpSpPr/>
            <p:nvPr/>
          </p:nvGrpSpPr>
          <p:grpSpPr>
            <a:xfrm>
              <a:off x="-7098120" y="-6318720"/>
              <a:ext cx="10963440" cy="13323960"/>
              <a:chOff x="-7098120" y="-6318720"/>
              <a:chExt cx="10963440" cy="13323960"/>
            </a:xfrm>
          </p:grpSpPr>
          <p:sp>
            <p:nvSpPr>
              <p:cNvPr id="256" name="Freeform 13"/>
              <p:cNvSpPr/>
              <p:nvPr/>
            </p:nvSpPr>
            <p:spPr>
              <a:xfrm rot="17862600">
                <a:off x="-7434720" y="-26136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57" name="TextBox 14"/>
              <p:cNvSpPr/>
              <p:nvPr/>
            </p:nvSpPr>
            <p:spPr>
              <a:xfrm rot="17862600">
                <a:off x="-7517160" y="-27489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58" name="Group 15"/>
            <p:cNvGrpSpPr/>
            <p:nvPr/>
          </p:nvGrpSpPr>
          <p:grpSpPr>
            <a:xfrm>
              <a:off x="-7018920" y="-6397560"/>
              <a:ext cx="13323600" cy="10911600"/>
              <a:chOff x="-7018920" y="-6397560"/>
              <a:chExt cx="13323600" cy="10911600"/>
            </a:xfrm>
          </p:grpSpPr>
          <p:sp>
            <p:nvSpPr>
              <p:cNvPr id="259" name="Freeform 16"/>
              <p:cNvSpPr/>
              <p:nvPr/>
            </p:nvSpPr>
            <p:spPr>
              <a:xfrm rot="19960800">
                <a:off x="-6215040" y="-38592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60" name="TextBox 17"/>
              <p:cNvSpPr/>
              <p:nvPr/>
            </p:nvSpPr>
            <p:spPr>
              <a:xfrm rot="19960800">
                <a:off x="-6257520" y="-40338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61" name="Group 18"/>
            <p:cNvGrpSpPr/>
            <p:nvPr/>
          </p:nvGrpSpPr>
          <p:grpSpPr>
            <a:xfrm>
              <a:off x="-7450560" y="-6253920"/>
              <a:ext cx="14117400" cy="8628480"/>
              <a:chOff x="-7450560" y="-6253920"/>
              <a:chExt cx="14117400" cy="8628480"/>
            </a:xfrm>
          </p:grpSpPr>
          <p:sp>
            <p:nvSpPr>
              <p:cNvPr id="262" name="Freeform 19"/>
              <p:cNvSpPr/>
              <p:nvPr/>
            </p:nvSpPr>
            <p:spPr>
              <a:xfrm rot="20926800">
                <a:off x="-6956640" y="-4848480"/>
                <a:ext cx="13165560" cy="5999760"/>
              </a:xfrm>
              <a:custGeom>
                <a:avLst/>
                <a:gdLst>
                  <a:gd name="textAreaLeft" fmla="*/ 0 w 13165560"/>
                  <a:gd name="textAreaRight" fmla="*/ 13165920 w 13165560"/>
                  <a:gd name="textAreaTop" fmla="*/ 0 h 5999760"/>
                  <a:gd name="textAreaBottom" fmla="*/ 6000120 h 5999760"/>
                </a:gdLst>
                <a:ahLst/>
                <a:rect l="textAreaLeft" t="textAreaTop" r="textAreaRight" b="textAreaBottom"/>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63" name="TextBox 20"/>
              <p:cNvSpPr/>
              <p:nvPr/>
            </p:nvSpPr>
            <p:spPr>
              <a:xfrm rot="20926800">
                <a:off x="-6974640" y="-5032080"/>
                <a:ext cx="1316556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grpSp>
        <p:nvGrpSpPr>
          <p:cNvPr id="264" name="Group 21"/>
          <p:cNvGrpSpPr/>
          <p:nvPr/>
        </p:nvGrpSpPr>
        <p:grpSpPr>
          <a:xfrm>
            <a:off x="11621160" y="2679840"/>
            <a:ext cx="14117400" cy="14452920"/>
            <a:chOff x="11621160" y="2679840"/>
            <a:chExt cx="14117400" cy="14452920"/>
          </a:xfrm>
        </p:grpSpPr>
        <p:grpSp>
          <p:nvGrpSpPr>
            <p:cNvPr id="265" name="Group 22"/>
            <p:cNvGrpSpPr/>
            <p:nvPr/>
          </p:nvGrpSpPr>
          <p:grpSpPr>
            <a:xfrm>
              <a:off x="15076440" y="2679840"/>
              <a:ext cx="10280880" cy="13277160"/>
              <a:chOff x="15076440" y="2679840"/>
              <a:chExt cx="10280880" cy="13277160"/>
            </a:xfrm>
          </p:grpSpPr>
          <p:sp>
            <p:nvSpPr>
              <p:cNvPr id="266" name="Freeform 23"/>
              <p:cNvSpPr/>
              <p:nvPr/>
            </p:nvSpPr>
            <p:spPr>
              <a:xfrm rot="6770400">
                <a:off x="14230800" y="628236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67" name="TextBox 24"/>
              <p:cNvSpPr/>
              <p:nvPr/>
            </p:nvSpPr>
            <p:spPr>
              <a:xfrm rot="6770400">
                <a:off x="14316120" y="62258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68" name="Group 25"/>
            <p:cNvGrpSpPr/>
            <p:nvPr/>
          </p:nvGrpSpPr>
          <p:grpSpPr>
            <a:xfrm>
              <a:off x="11982960" y="9282600"/>
              <a:ext cx="12201480" cy="1422720"/>
              <a:chOff x="11982960" y="9282600"/>
              <a:chExt cx="12201480" cy="1422720"/>
            </a:xfrm>
          </p:grpSpPr>
          <p:sp>
            <p:nvSpPr>
              <p:cNvPr id="269" name="Freeform 26"/>
              <p:cNvSpPr/>
              <p:nvPr/>
            </p:nvSpPr>
            <p:spPr>
              <a:xfrm rot="10708800">
                <a:off x="11992680" y="9443880"/>
                <a:ext cx="12181680" cy="914760"/>
              </a:xfrm>
              <a:custGeom>
                <a:avLst/>
                <a:gdLst>
                  <a:gd name="textAreaLeft" fmla="*/ 0 w 12181680"/>
                  <a:gd name="textAreaRight" fmla="*/ 12182040 w 12181680"/>
                  <a:gd name="textAreaTop" fmla="*/ 0 h 914760"/>
                  <a:gd name="textAreaBottom" fmla="*/ 915120 h 91476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70" name="TextBox 27"/>
              <p:cNvSpPr/>
              <p:nvPr/>
            </p:nvSpPr>
            <p:spPr>
              <a:xfrm rot="10708800">
                <a:off x="13496760" y="9443880"/>
                <a:ext cx="9179640" cy="11397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71" name="Group 28"/>
            <p:cNvGrpSpPr/>
            <p:nvPr/>
          </p:nvGrpSpPr>
          <p:grpSpPr>
            <a:xfrm>
              <a:off x="13150440" y="4227840"/>
              <a:ext cx="12498480" cy="12904920"/>
              <a:chOff x="13150440" y="4227840"/>
              <a:chExt cx="12498480" cy="12904920"/>
            </a:xfrm>
          </p:grpSpPr>
          <p:sp>
            <p:nvSpPr>
              <p:cNvPr id="272" name="Freeform 29"/>
              <p:cNvSpPr/>
              <p:nvPr/>
            </p:nvSpPr>
            <p:spPr>
              <a:xfrm rot="7924200">
                <a:off x="13430160" y="76183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73" name="TextBox 30"/>
              <p:cNvSpPr/>
              <p:nvPr/>
            </p:nvSpPr>
            <p:spPr>
              <a:xfrm rot="7924200">
                <a:off x="13498560" y="758772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74" name="Group 31"/>
            <p:cNvGrpSpPr/>
            <p:nvPr/>
          </p:nvGrpSpPr>
          <p:grpSpPr>
            <a:xfrm>
              <a:off x="14422680" y="3281760"/>
              <a:ext cx="10963440" cy="13323960"/>
              <a:chOff x="14422680" y="3281760"/>
              <a:chExt cx="10963440" cy="13323960"/>
            </a:xfrm>
          </p:grpSpPr>
          <p:sp>
            <p:nvSpPr>
              <p:cNvPr id="275" name="Freeform 32"/>
              <p:cNvSpPr/>
              <p:nvPr/>
            </p:nvSpPr>
            <p:spPr>
              <a:xfrm rot="7062600">
                <a:off x="13921200" y="690084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76" name="TextBox 33"/>
              <p:cNvSpPr/>
              <p:nvPr/>
            </p:nvSpPr>
            <p:spPr>
              <a:xfrm rot="7062600">
                <a:off x="14003640" y="68511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77" name="Group 34"/>
            <p:cNvGrpSpPr/>
            <p:nvPr/>
          </p:nvGrpSpPr>
          <p:grpSpPr>
            <a:xfrm>
              <a:off x="11983320" y="5772960"/>
              <a:ext cx="13323600" cy="10911600"/>
              <a:chOff x="11983320" y="5772960"/>
              <a:chExt cx="13323600" cy="10911600"/>
            </a:xfrm>
          </p:grpSpPr>
          <p:sp>
            <p:nvSpPr>
              <p:cNvPr id="278" name="Freeform 35"/>
              <p:cNvSpPr/>
              <p:nvPr/>
            </p:nvSpPr>
            <p:spPr>
              <a:xfrm rot="9160800">
                <a:off x="12701520" y="814644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79" name="TextBox 36"/>
              <p:cNvSpPr/>
              <p:nvPr/>
            </p:nvSpPr>
            <p:spPr>
              <a:xfrm rot="9160800">
                <a:off x="12744000" y="81360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80" name="Group 37"/>
            <p:cNvGrpSpPr/>
            <p:nvPr/>
          </p:nvGrpSpPr>
          <p:grpSpPr>
            <a:xfrm>
              <a:off x="11621160" y="7912440"/>
              <a:ext cx="14117400" cy="8628480"/>
              <a:chOff x="11621160" y="7912440"/>
              <a:chExt cx="14117400" cy="8628480"/>
            </a:xfrm>
          </p:grpSpPr>
          <p:sp>
            <p:nvSpPr>
              <p:cNvPr id="281" name="Freeform 38"/>
              <p:cNvSpPr/>
              <p:nvPr/>
            </p:nvSpPr>
            <p:spPr>
              <a:xfrm rot="10126800">
                <a:off x="12079080" y="9135720"/>
                <a:ext cx="13165560" cy="5999760"/>
              </a:xfrm>
              <a:custGeom>
                <a:avLst/>
                <a:gdLst>
                  <a:gd name="textAreaLeft" fmla="*/ 0 w 13165560"/>
                  <a:gd name="textAreaRight" fmla="*/ 13165920 w 13165560"/>
                  <a:gd name="textAreaTop" fmla="*/ 0 h 5999760"/>
                  <a:gd name="textAreaBottom" fmla="*/ 6000120 h 5999760"/>
                </a:gdLst>
                <a:ahLst/>
                <a:rect l="textAreaLeft" t="textAreaTop" r="textAreaRight" b="textAreaBottom"/>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82" name="TextBox 39"/>
              <p:cNvSpPr/>
              <p:nvPr/>
            </p:nvSpPr>
            <p:spPr>
              <a:xfrm rot="10126800">
                <a:off x="12097080" y="9134280"/>
                <a:ext cx="1316556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sp>
        <p:nvSpPr>
          <p:cNvPr id="283" name="Freeform 40"/>
          <p:cNvSpPr/>
          <p:nvPr/>
        </p:nvSpPr>
        <p:spPr>
          <a:xfrm flipV="1">
            <a:off x="14573520" y="-2784600"/>
            <a:ext cx="6222240" cy="4114440"/>
          </a:xfrm>
          <a:custGeom>
            <a:avLst/>
            <a:gdLst>
              <a:gd name="textAreaLeft" fmla="*/ 0 w 6222240"/>
              <a:gd name="textAreaRight" fmla="*/ 6222600 w 6222240"/>
              <a:gd name="textAreaTop" fmla="*/ 360 h 4114440"/>
              <a:gd name="textAreaBottom" fmla="*/ 4115160 h 4114440"/>
            </a:gdLst>
            <a:ahLst/>
            <a:rect l="textAreaLeft" t="textAreaTop" r="textAreaRight" b="textAreaBottom"/>
            <a:pathLst>
              <a:path w="6222760" h="4114800">
                <a:moveTo>
                  <a:pt x="0" y="4114800"/>
                </a:moveTo>
                <a:lnTo>
                  <a:pt x="6222760" y="4114800"/>
                </a:lnTo>
                <a:lnTo>
                  <a:pt x="6222760" y="0"/>
                </a:lnTo>
                <a:lnTo>
                  <a:pt x="0" y="0"/>
                </a:lnTo>
                <a:lnTo>
                  <a:pt x="0" y="411480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84" name="Freeform 41"/>
          <p:cNvSpPr/>
          <p:nvPr/>
        </p:nvSpPr>
        <p:spPr>
          <a:xfrm flipH="1">
            <a:off x="-2508480" y="8956080"/>
            <a:ext cx="6222240" cy="4114440"/>
          </a:xfrm>
          <a:custGeom>
            <a:avLst/>
            <a:gdLst>
              <a:gd name="textAreaLeft" fmla="*/ 360 w 6222240"/>
              <a:gd name="textAreaRight" fmla="*/ 6222960 w 6222240"/>
              <a:gd name="textAreaTop" fmla="*/ 0 h 4114440"/>
              <a:gd name="textAreaBottom" fmla="*/ 4114800 h 4114440"/>
            </a:gdLst>
            <a:ahLst/>
            <a:rect l="textAreaLeft" t="textAreaTop" r="textAreaRight" b="textAreaBottom"/>
            <a:pathLst>
              <a:path w="6222760" h="4114800">
                <a:moveTo>
                  <a:pt x="6222760" y="0"/>
                </a:moveTo>
                <a:lnTo>
                  <a:pt x="0" y="0"/>
                </a:lnTo>
                <a:lnTo>
                  <a:pt x="0" y="4114800"/>
                </a:lnTo>
                <a:lnTo>
                  <a:pt x="6222760" y="4114800"/>
                </a:lnTo>
                <a:lnTo>
                  <a:pt x="622276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85" name="Freeform 42"/>
          <p:cNvSpPr/>
          <p:nvPr/>
        </p:nvSpPr>
        <p:spPr>
          <a:xfrm>
            <a:off x="1906200" y="1932480"/>
            <a:ext cx="3418560" cy="888480"/>
          </a:xfrm>
          <a:custGeom>
            <a:avLst/>
            <a:gdLst>
              <a:gd name="textAreaLeft" fmla="*/ 0 w 3418560"/>
              <a:gd name="textAreaRight" fmla="*/ 3418920 w 3418560"/>
              <a:gd name="textAreaTop" fmla="*/ 0 h 888480"/>
              <a:gd name="textAreaBottom" fmla="*/ 888840 h 888480"/>
            </a:gdLst>
            <a:ahLst/>
            <a:rect l="textAreaLeft" t="textAreaTop" r="textAreaRight" b="textAreaBottom"/>
            <a:pathLst>
              <a:path w="3418924" h="888920">
                <a:moveTo>
                  <a:pt x="0" y="0"/>
                </a:moveTo>
                <a:lnTo>
                  <a:pt x="3418924" y="0"/>
                </a:lnTo>
                <a:lnTo>
                  <a:pt x="3418924" y="888920"/>
                </a:lnTo>
                <a:lnTo>
                  <a:pt x="0" y="888920"/>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86" name="Freeform 43"/>
          <p:cNvSpPr/>
          <p:nvPr/>
        </p:nvSpPr>
        <p:spPr>
          <a:xfrm>
            <a:off x="2025360" y="2044440"/>
            <a:ext cx="735480" cy="623160"/>
          </a:xfrm>
          <a:custGeom>
            <a:avLst/>
            <a:gdLst>
              <a:gd name="textAreaLeft" fmla="*/ 0 w 735480"/>
              <a:gd name="textAreaRight" fmla="*/ 735840 w 735480"/>
              <a:gd name="textAreaTop" fmla="*/ 0 h 623160"/>
              <a:gd name="textAreaBottom" fmla="*/ 623520 h 623160"/>
            </a:gdLst>
            <a:ahLst/>
            <a:rect l="textAreaLeft" t="textAreaTop" r="textAreaRight" b="textAreaBottom"/>
            <a:pathLst>
              <a:path w="735910" h="623630">
                <a:moveTo>
                  <a:pt x="0" y="0"/>
                </a:moveTo>
                <a:lnTo>
                  <a:pt x="735910" y="0"/>
                </a:lnTo>
                <a:lnTo>
                  <a:pt x="735910" y="623630"/>
                </a:lnTo>
                <a:lnTo>
                  <a:pt x="0" y="623630"/>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87" name="Freeform 44"/>
          <p:cNvSpPr/>
          <p:nvPr/>
        </p:nvSpPr>
        <p:spPr>
          <a:xfrm>
            <a:off x="6787080" y="1896120"/>
            <a:ext cx="3558960" cy="925200"/>
          </a:xfrm>
          <a:custGeom>
            <a:avLst/>
            <a:gdLst>
              <a:gd name="textAreaLeft" fmla="*/ 0 w 3558960"/>
              <a:gd name="textAreaRight" fmla="*/ 3559320 w 3558960"/>
              <a:gd name="textAreaTop" fmla="*/ 0 h 925200"/>
              <a:gd name="textAreaBottom" fmla="*/ 925560 h 925200"/>
            </a:gdLst>
            <a:ahLst/>
            <a:rect l="textAreaLeft" t="textAreaTop" r="textAreaRight" b="textAreaBottom"/>
            <a:pathLst>
              <a:path w="3559199" h="925392">
                <a:moveTo>
                  <a:pt x="0" y="0"/>
                </a:moveTo>
                <a:lnTo>
                  <a:pt x="3559199" y="0"/>
                </a:lnTo>
                <a:lnTo>
                  <a:pt x="3559199" y="925392"/>
                </a:lnTo>
                <a:lnTo>
                  <a:pt x="0" y="925392"/>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88" name="Freeform 45"/>
          <p:cNvSpPr/>
          <p:nvPr/>
        </p:nvSpPr>
        <p:spPr>
          <a:xfrm>
            <a:off x="11838600" y="1932480"/>
            <a:ext cx="3558960" cy="925200"/>
          </a:xfrm>
          <a:custGeom>
            <a:avLst/>
            <a:gdLst>
              <a:gd name="textAreaLeft" fmla="*/ 0 w 3558960"/>
              <a:gd name="textAreaRight" fmla="*/ 3559320 w 3558960"/>
              <a:gd name="textAreaTop" fmla="*/ 0 h 925200"/>
              <a:gd name="textAreaBottom" fmla="*/ 925560 h 925200"/>
            </a:gdLst>
            <a:ahLst/>
            <a:rect l="textAreaLeft" t="textAreaTop" r="textAreaRight" b="textAreaBottom"/>
            <a:pathLst>
              <a:path w="3559199" h="925392">
                <a:moveTo>
                  <a:pt x="0" y="0"/>
                </a:moveTo>
                <a:lnTo>
                  <a:pt x="3559199" y="0"/>
                </a:lnTo>
                <a:lnTo>
                  <a:pt x="3559199" y="925392"/>
                </a:lnTo>
                <a:lnTo>
                  <a:pt x="0" y="925392"/>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89" name="Freeform 46"/>
          <p:cNvSpPr/>
          <p:nvPr/>
        </p:nvSpPr>
        <p:spPr>
          <a:xfrm>
            <a:off x="7000200" y="1932480"/>
            <a:ext cx="562680" cy="687240"/>
          </a:xfrm>
          <a:custGeom>
            <a:avLst/>
            <a:gdLst>
              <a:gd name="textAreaLeft" fmla="*/ 0 w 562680"/>
              <a:gd name="textAreaRight" fmla="*/ 563040 w 562680"/>
              <a:gd name="textAreaTop" fmla="*/ 0 h 687240"/>
              <a:gd name="textAreaBottom" fmla="*/ 687600 h 687240"/>
            </a:gdLst>
            <a:ahLst/>
            <a:rect l="textAreaLeft" t="textAreaTop" r="textAreaRight" b="textAreaBottom"/>
            <a:pathLst>
              <a:path w="563062" h="687703">
                <a:moveTo>
                  <a:pt x="0" y="0"/>
                </a:moveTo>
                <a:lnTo>
                  <a:pt x="563062" y="0"/>
                </a:lnTo>
                <a:lnTo>
                  <a:pt x="563062" y="687703"/>
                </a:lnTo>
                <a:lnTo>
                  <a:pt x="0" y="687703"/>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90" name="Freeform 47"/>
          <p:cNvSpPr/>
          <p:nvPr/>
        </p:nvSpPr>
        <p:spPr>
          <a:xfrm>
            <a:off x="3751200" y="5016600"/>
            <a:ext cx="3383640" cy="879480"/>
          </a:xfrm>
          <a:custGeom>
            <a:avLst/>
            <a:gdLst>
              <a:gd name="textAreaLeft" fmla="*/ 0 w 3383640"/>
              <a:gd name="textAreaRight" fmla="*/ 3384000 w 3383640"/>
              <a:gd name="textAreaTop" fmla="*/ 0 h 879480"/>
              <a:gd name="textAreaBottom" fmla="*/ 879840 h 879480"/>
            </a:gdLst>
            <a:ahLst/>
            <a:rect l="textAreaLeft" t="textAreaTop" r="textAreaRight" b="textAreaBottom"/>
            <a:pathLst>
              <a:path w="3383913" h="879817">
                <a:moveTo>
                  <a:pt x="0" y="0"/>
                </a:moveTo>
                <a:lnTo>
                  <a:pt x="3383913" y="0"/>
                </a:lnTo>
                <a:lnTo>
                  <a:pt x="3383913" y="879817"/>
                </a:lnTo>
                <a:lnTo>
                  <a:pt x="0" y="879817"/>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91" name="Freeform 48"/>
          <p:cNvSpPr/>
          <p:nvPr/>
        </p:nvSpPr>
        <p:spPr>
          <a:xfrm>
            <a:off x="10825200" y="5033160"/>
            <a:ext cx="3319200" cy="862920"/>
          </a:xfrm>
          <a:custGeom>
            <a:avLst/>
            <a:gdLst>
              <a:gd name="textAreaLeft" fmla="*/ 0 w 3319200"/>
              <a:gd name="textAreaRight" fmla="*/ 3319560 w 3319200"/>
              <a:gd name="textAreaTop" fmla="*/ 0 h 862920"/>
              <a:gd name="textAreaBottom" fmla="*/ 863280 h 862920"/>
            </a:gdLst>
            <a:ahLst/>
            <a:rect l="textAreaLeft" t="textAreaTop" r="textAreaRight" b="textAreaBottom"/>
            <a:pathLst>
              <a:path w="3319716" h="863126">
                <a:moveTo>
                  <a:pt x="0" y="0"/>
                </a:moveTo>
                <a:lnTo>
                  <a:pt x="3319716" y="0"/>
                </a:lnTo>
                <a:lnTo>
                  <a:pt x="3319716" y="863126"/>
                </a:lnTo>
                <a:lnTo>
                  <a:pt x="0" y="863126"/>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92" name="Freeform 49"/>
          <p:cNvSpPr/>
          <p:nvPr/>
        </p:nvSpPr>
        <p:spPr>
          <a:xfrm>
            <a:off x="3940560" y="5212440"/>
            <a:ext cx="406440" cy="406440"/>
          </a:xfrm>
          <a:custGeom>
            <a:avLst/>
            <a:gdLst>
              <a:gd name="textAreaLeft" fmla="*/ 0 w 406440"/>
              <a:gd name="textAreaRight" fmla="*/ 406800 w 406440"/>
              <a:gd name="textAreaTop" fmla="*/ 0 h 406440"/>
              <a:gd name="textAreaBottom" fmla="*/ 406800 h 406440"/>
            </a:gdLst>
            <a:ahLst/>
            <a:rect l="textAreaLeft" t="textAreaTop" r="textAreaRight" b="textAreaBottom"/>
            <a:pathLst>
              <a:path w="406658" h="406658">
                <a:moveTo>
                  <a:pt x="0" y="0"/>
                </a:moveTo>
                <a:lnTo>
                  <a:pt x="406658" y="0"/>
                </a:lnTo>
                <a:lnTo>
                  <a:pt x="406658" y="406657"/>
                </a:lnTo>
                <a:lnTo>
                  <a:pt x="0" y="406657"/>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93" name="Freeform 50"/>
          <p:cNvSpPr/>
          <p:nvPr/>
        </p:nvSpPr>
        <p:spPr>
          <a:xfrm>
            <a:off x="12034080" y="2176920"/>
            <a:ext cx="399240" cy="399240"/>
          </a:xfrm>
          <a:custGeom>
            <a:avLst/>
            <a:gdLst>
              <a:gd name="textAreaLeft" fmla="*/ 0 w 399240"/>
              <a:gd name="textAreaRight" fmla="*/ 399600 w 399240"/>
              <a:gd name="textAreaTop" fmla="*/ 0 h 399240"/>
              <a:gd name="textAreaBottom" fmla="*/ 399600 h 399240"/>
            </a:gdLst>
            <a:ahLst/>
            <a:rect l="textAreaLeft" t="textAreaTop" r="textAreaRight" b="textAreaBottom"/>
            <a:pathLst>
              <a:path w="399693" h="399693">
                <a:moveTo>
                  <a:pt x="0" y="0"/>
                </a:moveTo>
                <a:lnTo>
                  <a:pt x="399693" y="0"/>
                </a:lnTo>
                <a:lnTo>
                  <a:pt x="399693" y="399692"/>
                </a:lnTo>
                <a:lnTo>
                  <a:pt x="0" y="399692"/>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94" name="Freeform 51"/>
          <p:cNvSpPr/>
          <p:nvPr/>
        </p:nvSpPr>
        <p:spPr>
          <a:xfrm>
            <a:off x="10995480" y="5143680"/>
            <a:ext cx="624960" cy="624960"/>
          </a:xfrm>
          <a:custGeom>
            <a:avLst/>
            <a:gdLst>
              <a:gd name="textAreaLeft" fmla="*/ 0 w 624960"/>
              <a:gd name="textAreaRight" fmla="*/ 625320 w 624960"/>
              <a:gd name="textAreaTop" fmla="*/ 0 h 624960"/>
              <a:gd name="textAreaBottom" fmla="*/ 625320 h 624960"/>
            </a:gdLst>
            <a:ahLst/>
            <a:rect l="textAreaLeft" t="textAreaTop" r="textAreaRight" b="textAreaBottom"/>
            <a:pathLst>
              <a:path w="625275" h="625275">
                <a:moveTo>
                  <a:pt x="0" y="0"/>
                </a:moveTo>
                <a:lnTo>
                  <a:pt x="625276" y="0"/>
                </a:lnTo>
                <a:lnTo>
                  <a:pt x="625276" y="625275"/>
                </a:lnTo>
                <a:lnTo>
                  <a:pt x="0" y="625275"/>
                </a:lnTo>
                <a:lnTo>
                  <a:pt x="0" y="0"/>
                </a:lnTo>
                <a:close/>
              </a:path>
            </a:pathLst>
          </a:custGeom>
          <a:blipFill rotWithShape="0">
            <a:blip r:embed="rId1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295" name="TextBox 52"/>
          <p:cNvSpPr/>
          <p:nvPr/>
        </p:nvSpPr>
        <p:spPr>
          <a:xfrm>
            <a:off x="6454440" y="112320"/>
            <a:ext cx="6320160" cy="128052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r>
              <a:rPr b="1" lang="en-US" sz="3600" spc="-1" strike="noStrike">
                <a:solidFill>
                  <a:srgbClr val="000000"/>
                </a:solidFill>
                <a:latin typeface="Muli Bold"/>
                <a:ea typeface="Muli Bold"/>
              </a:rPr>
              <a:t> </a:t>
            </a:r>
            <a:r>
              <a:rPr b="1" lang="en-US" sz="3600" spc="-1" strike="noStrike">
                <a:solidFill>
                  <a:srgbClr val="000000"/>
                </a:solidFill>
                <a:latin typeface="Muli Bold"/>
                <a:ea typeface="Muli Bold"/>
              </a:rPr>
              <a:t>FEATURES AND WORKFLOW</a:t>
            </a:r>
            <a:endParaRPr b="0" lang="en-IN" sz="3600" spc="-1" strike="noStrike">
              <a:solidFill>
                <a:srgbClr val="000000"/>
              </a:solidFill>
              <a:latin typeface="Arial"/>
            </a:endParaRPr>
          </a:p>
        </p:txBody>
      </p:sp>
      <p:sp>
        <p:nvSpPr>
          <p:cNvPr id="296" name="TextBox 53"/>
          <p:cNvSpPr/>
          <p:nvPr/>
        </p:nvSpPr>
        <p:spPr>
          <a:xfrm>
            <a:off x="1028880" y="2947680"/>
            <a:ext cx="4864320" cy="1778040"/>
          </a:xfrm>
          <a:prstGeom prst="rect">
            <a:avLst/>
          </a:prstGeom>
          <a:noFill/>
          <a:ln w="0">
            <a:noFill/>
          </a:ln>
        </p:spPr>
        <p:style>
          <a:lnRef idx="0"/>
          <a:fillRef idx="0"/>
          <a:effectRef idx="0"/>
          <a:fontRef idx="minor"/>
        </p:style>
        <p:txBody>
          <a:bodyPr lIns="0" rIns="0" tIns="0" bIns="0" anchor="t">
            <a:spAutoFit/>
          </a:bodyPr>
          <a:p>
            <a:pPr algn="ctr" defTabSz="914400">
              <a:lnSpc>
                <a:spcPts val="2801"/>
              </a:lnSpc>
            </a:pPr>
            <a:r>
              <a:rPr b="0" lang="en-US" sz="2000" spc="-1" strike="noStrike">
                <a:solidFill>
                  <a:srgbClr val="000000"/>
                </a:solidFill>
                <a:latin typeface="Muli"/>
                <a:ea typeface="Muli"/>
              </a:rPr>
              <a:t>• </a:t>
            </a:r>
            <a:r>
              <a:rPr b="0" lang="en-US" sz="2000" spc="-1" strike="noStrike">
                <a:solidFill>
                  <a:srgbClr val="000000"/>
                </a:solidFill>
                <a:latin typeface="Muli"/>
                <a:ea typeface="Muli"/>
              </a:rPr>
              <a:t>Software-based solution</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Uses existing mobile/web technologies</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GPS and camera supported</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Prototype can use simulated data</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No specialized hardware required</a:t>
            </a:r>
            <a:endParaRPr b="0" lang="en-IN" sz="2000" spc="-1" strike="noStrike">
              <a:solidFill>
                <a:srgbClr val="000000"/>
              </a:solidFill>
              <a:latin typeface="Arial"/>
            </a:endParaRPr>
          </a:p>
        </p:txBody>
      </p:sp>
      <p:sp>
        <p:nvSpPr>
          <p:cNvPr id="297" name="TextBox 54"/>
          <p:cNvSpPr/>
          <p:nvPr/>
        </p:nvSpPr>
        <p:spPr>
          <a:xfrm>
            <a:off x="2653920" y="2035440"/>
            <a:ext cx="2138760" cy="497520"/>
          </a:xfrm>
          <a:prstGeom prst="rect">
            <a:avLst/>
          </a:prstGeom>
          <a:noFill/>
          <a:ln w="0">
            <a:noFill/>
          </a:ln>
        </p:spPr>
        <p:style>
          <a:lnRef idx="0"/>
          <a:fillRef idx="0"/>
          <a:effectRef idx="0"/>
          <a:fontRef idx="minor"/>
        </p:style>
        <p:txBody>
          <a:bodyPr lIns="0" rIns="0" tIns="0" bIns="0" anchor="t">
            <a:spAutoFit/>
          </a:bodyPr>
          <a:p>
            <a:pPr algn="ctr" defTabSz="914400">
              <a:lnSpc>
                <a:spcPts val="3920"/>
              </a:lnSpc>
            </a:pPr>
            <a:r>
              <a:rPr b="1" lang="en-US" sz="2800" spc="-1" strike="noStrike">
                <a:solidFill>
                  <a:srgbClr val="000000"/>
                </a:solidFill>
                <a:latin typeface="Muli Bold"/>
                <a:ea typeface="Muli Bold"/>
              </a:rPr>
              <a:t>Feasibility</a:t>
            </a:r>
            <a:endParaRPr b="0" lang="en-IN" sz="2800" spc="-1" strike="noStrike">
              <a:solidFill>
                <a:srgbClr val="000000"/>
              </a:solidFill>
              <a:latin typeface="Arial"/>
            </a:endParaRPr>
          </a:p>
        </p:txBody>
      </p:sp>
      <p:sp>
        <p:nvSpPr>
          <p:cNvPr id="298" name="TextBox 55"/>
          <p:cNvSpPr/>
          <p:nvPr/>
        </p:nvSpPr>
        <p:spPr>
          <a:xfrm>
            <a:off x="7526520" y="2056680"/>
            <a:ext cx="2661480" cy="640440"/>
          </a:xfrm>
          <a:prstGeom prst="rect">
            <a:avLst/>
          </a:prstGeom>
          <a:noFill/>
          <a:ln w="0">
            <a:noFill/>
          </a:ln>
        </p:spPr>
        <p:style>
          <a:lnRef idx="0"/>
          <a:fillRef idx="0"/>
          <a:effectRef idx="0"/>
          <a:fontRef idx="minor"/>
        </p:style>
        <p:txBody>
          <a:bodyPr lIns="0" rIns="0" tIns="0" bIns="0" anchor="t">
            <a:spAutoFit/>
          </a:bodyPr>
          <a:p>
            <a:pPr algn="ctr" defTabSz="914400">
              <a:lnSpc>
                <a:spcPts val="2520"/>
              </a:lnSpc>
            </a:pPr>
            <a:r>
              <a:rPr b="1" lang="en-US" sz="1800" spc="-1" strike="noStrike">
                <a:solidFill>
                  <a:srgbClr val="000000"/>
                </a:solidFill>
                <a:latin typeface="Muli Bold"/>
                <a:ea typeface="Muli Bold"/>
              </a:rPr>
              <a:t>Potential Challenges &amp; Risks</a:t>
            </a:r>
            <a:endParaRPr b="0" lang="en-IN" sz="1800" spc="-1" strike="noStrike">
              <a:solidFill>
                <a:srgbClr val="000000"/>
              </a:solidFill>
              <a:latin typeface="Arial"/>
            </a:endParaRPr>
          </a:p>
        </p:txBody>
      </p:sp>
      <p:sp>
        <p:nvSpPr>
          <p:cNvPr id="299" name="TextBox 56"/>
          <p:cNvSpPr/>
          <p:nvPr/>
        </p:nvSpPr>
        <p:spPr>
          <a:xfrm>
            <a:off x="6586920" y="2981520"/>
            <a:ext cx="3759120" cy="1778040"/>
          </a:xfrm>
          <a:prstGeom prst="rect">
            <a:avLst/>
          </a:prstGeom>
          <a:noFill/>
          <a:ln w="0">
            <a:noFill/>
          </a:ln>
        </p:spPr>
        <p:style>
          <a:lnRef idx="0"/>
          <a:fillRef idx="0"/>
          <a:effectRef idx="0"/>
          <a:fontRef idx="minor"/>
        </p:style>
        <p:txBody>
          <a:bodyPr lIns="0" rIns="0" tIns="0" bIns="0" anchor="t">
            <a:spAutoFit/>
          </a:bodyPr>
          <a:p>
            <a:pPr algn="ctr" defTabSz="914400">
              <a:lnSpc>
                <a:spcPts val="2801"/>
              </a:lnSpc>
            </a:pPr>
            <a:r>
              <a:rPr b="0" lang="en-US" sz="2000" spc="-1" strike="noStrike">
                <a:solidFill>
                  <a:srgbClr val="000000"/>
                </a:solidFill>
                <a:latin typeface="Muli"/>
                <a:ea typeface="Muli"/>
              </a:rPr>
              <a:t>• </a:t>
            </a:r>
            <a:r>
              <a:rPr b="0" lang="en-US" sz="2000" spc="-1" strike="noStrike">
                <a:solidFill>
                  <a:srgbClr val="000000"/>
                </a:solidFill>
                <a:latin typeface="Muli"/>
                <a:ea typeface="Muli"/>
              </a:rPr>
              <a:t>Weak internet connectivity</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GPS accuracy problems</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Delayed data synchronization</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Large photo/video uploads</a:t>
            </a:r>
            <a:endParaRPr b="0" lang="en-IN" sz="2000" spc="-1" strike="noStrike">
              <a:solidFill>
                <a:srgbClr val="000000"/>
              </a:solidFill>
              <a:latin typeface="Arial"/>
            </a:endParaRPr>
          </a:p>
          <a:p>
            <a:pPr algn="ctr" defTabSz="914400">
              <a:lnSpc>
                <a:spcPts val="2801"/>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Unauthorized access</a:t>
            </a:r>
            <a:endParaRPr b="0" lang="en-IN" sz="2000" spc="-1" strike="noStrike">
              <a:solidFill>
                <a:srgbClr val="000000"/>
              </a:solidFill>
              <a:latin typeface="Arial"/>
            </a:endParaRPr>
          </a:p>
        </p:txBody>
      </p:sp>
      <p:sp>
        <p:nvSpPr>
          <p:cNvPr id="300" name="TextBox 57"/>
          <p:cNvSpPr/>
          <p:nvPr/>
        </p:nvSpPr>
        <p:spPr>
          <a:xfrm>
            <a:off x="1483920" y="9220320"/>
            <a:ext cx="7967520" cy="33732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SMART INDIA HACKATHON 2026 • SIH26095 • Smart Automation | 04</a:t>
            </a:r>
            <a:endParaRPr b="0" lang="en-IN" sz="1900" spc="-1" strike="noStrike">
              <a:solidFill>
                <a:srgbClr val="000000"/>
              </a:solidFill>
              <a:latin typeface="Arial"/>
            </a:endParaRPr>
          </a:p>
        </p:txBody>
      </p:sp>
      <p:sp>
        <p:nvSpPr>
          <p:cNvPr id="301" name="TextBox 58"/>
          <p:cNvSpPr/>
          <p:nvPr/>
        </p:nvSpPr>
        <p:spPr>
          <a:xfrm>
            <a:off x="12320280" y="2143080"/>
            <a:ext cx="1735200" cy="354960"/>
          </a:xfrm>
          <a:prstGeom prst="rect">
            <a:avLst/>
          </a:prstGeom>
          <a:noFill/>
          <a:ln w="0">
            <a:noFill/>
          </a:ln>
        </p:spPr>
        <p:style>
          <a:lnRef idx="0"/>
          <a:fillRef idx="0"/>
          <a:effectRef idx="0"/>
          <a:fontRef idx="minor"/>
        </p:style>
        <p:txBody>
          <a:bodyPr lIns="0" rIns="0" tIns="0" bIns="0" anchor="t">
            <a:spAutoFit/>
          </a:bodyPr>
          <a:p>
            <a:pPr algn="ctr" defTabSz="914400">
              <a:lnSpc>
                <a:spcPts val="2798"/>
              </a:lnSpc>
            </a:pPr>
            <a:r>
              <a:rPr b="1" lang="en-US" sz="2000" spc="-1" strike="noStrike">
                <a:solidFill>
                  <a:srgbClr val="000000"/>
                </a:solidFill>
                <a:latin typeface="Muli Bold"/>
                <a:ea typeface="Muli Bold"/>
              </a:rPr>
              <a:t>Strategies</a:t>
            </a:r>
            <a:endParaRPr b="0" lang="en-IN" sz="2000" spc="-1" strike="noStrike">
              <a:solidFill>
                <a:srgbClr val="000000"/>
              </a:solidFill>
              <a:latin typeface="Arial"/>
            </a:endParaRPr>
          </a:p>
        </p:txBody>
      </p:sp>
      <p:sp>
        <p:nvSpPr>
          <p:cNvPr id="302" name="TextBox 59"/>
          <p:cNvSpPr/>
          <p:nvPr/>
        </p:nvSpPr>
        <p:spPr>
          <a:xfrm>
            <a:off x="11515680" y="3003480"/>
            <a:ext cx="4204800" cy="1776240"/>
          </a:xfrm>
          <a:prstGeom prst="rect">
            <a:avLst/>
          </a:prstGeom>
          <a:noFill/>
          <a:ln w="0">
            <a:noFill/>
          </a:ln>
        </p:spPr>
        <p:style>
          <a:lnRef idx="0"/>
          <a:fillRef idx="0"/>
          <a:effectRef idx="0"/>
          <a:fontRef idx="minor"/>
        </p:style>
        <p:txBody>
          <a:bodyPr lIns="0" rIns="0" tIns="0" bIns="0" anchor="t">
            <a:spAutoFit/>
          </a:bodyPr>
          <a:p>
            <a:pPr algn="ctr" defTabSz="914400">
              <a:lnSpc>
                <a:spcPts val="2798"/>
              </a:lnSpc>
            </a:pPr>
            <a:r>
              <a:rPr b="0" lang="en-US" sz="2000" spc="-1" strike="noStrike">
                <a:solidFill>
                  <a:srgbClr val="000000"/>
                </a:solidFill>
                <a:latin typeface="Muli"/>
                <a:ea typeface="Muli"/>
              </a:rPr>
              <a:t>• </a:t>
            </a:r>
            <a:r>
              <a:rPr b="0" lang="en-US" sz="2000" spc="-1" strike="noStrike">
                <a:solidFill>
                  <a:srgbClr val="000000"/>
                </a:solidFill>
                <a:latin typeface="Muli"/>
                <a:ea typeface="Muli"/>
              </a:rPr>
              <a:t>Offline data storage &amp; sync</a:t>
            </a:r>
            <a:endParaRPr b="0" lang="en-IN" sz="2000" spc="-1" strike="noStrike">
              <a:solidFill>
                <a:srgbClr val="000000"/>
              </a:solidFill>
              <a:latin typeface="Arial"/>
            </a:endParaRPr>
          </a:p>
          <a:p>
            <a:pPr algn="ctr" defTabSz="914400">
              <a:lnSpc>
                <a:spcPts val="2798"/>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GPS validation</a:t>
            </a:r>
            <a:endParaRPr b="0" lang="en-IN" sz="2000" spc="-1" strike="noStrike">
              <a:solidFill>
                <a:srgbClr val="000000"/>
              </a:solidFill>
              <a:latin typeface="Arial"/>
            </a:endParaRPr>
          </a:p>
          <a:p>
            <a:pPr algn="ctr" defTabSz="914400">
              <a:lnSpc>
                <a:spcPts val="2798"/>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Automatic retry for failed uploads</a:t>
            </a:r>
            <a:endParaRPr b="0" lang="en-IN" sz="2000" spc="-1" strike="noStrike">
              <a:solidFill>
                <a:srgbClr val="000000"/>
              </a:solidFill>
              <a:latin typeface="Arial"/>
            </a:endParaRPr>
          </a:p>
          <a:p>
            <a:pPr algn="ctr" defTabSz="914400">
              <a:lnSpc>
                <a:spcPts val="2798"/>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Image/video compression</a:t>
            </a:r>
            <a:endParaRPr b="0" lang="en-IN" sz="2000" spc="-1" strike="noStrike">
              <a:solidFill>
                <a:srgbClr val="000000"/>
              </a:solidFill>
              <a:latin typeface="Arial"/>
            </a:endParaRPr>
          </a:p>
          <a:p>
            <a:pPr algn="ctr" defTabSz="914400">
              <a:lnSpc>
                <a:spcPts val="2798"/>
              </a:lnSpc>
            </a:pPr>
            <a:r>
              <a:rPr b="0" lang="en-US" sz="2000" spc="-1" strike="noStrike">
                <a:solidFill>
                  <a:srgbClr val="000000"/>
                </a:solidFill>
                <a:latin typeface="Muli"/>
                <a:ea typeface="Muli"/>
              </a:rPr>
              <a:t> • </a:t>
            </a:r>
            <a:r>
              <a:rPr b="0" lang="en-US" sz="2000" spc="-1" strike="noStrike">
                <a:solidFill>
                  <a:srgbClr val="000000"/>
                </a:solidFill>
                <a:latin typeface="Muli"/>
                <a:ea typeface="Muli"/>
              </a:rPr>
              <a:t>Secure login &amp; access control</a:t>
            </a:r>
            <a:endParaRPr b="0" lang="en-IN" sz="2000" spc="-1" strike="noStrike">
              <a:solidFill>
                <a:srgbClr val="000000"/>
              </a:solidFill>
              <a:latin typeface="Arial"/>
            </a:endParaRPr>
          </a:p>
        </p:txBody>
      </p:sp>
      <p:sp>
        <p:nvSpPr>
          <p:cNvPr id="303" name="TextBox 60"/>
          <p:cNvSpPr/>
          <p:nvPr/>
        </p:nvSpPr>
        <p:spPr>
          <a:xfrm>
            <a:off x="4443120" y="5210280"/>
            <a:ext cx="2396880" cy="355680"/>
          </a:xfrm>
          <a:prstGeom prst="rect">
            <a:avLst/>
          </a:prstGeom>
          <a:noFill/>
          <a:ln w="0">
            <a:noFill/>
          </a:ln>
        </p:spPr>
        <p:style>
          <a:lnRef idx="0"/>
          <a:fillRef idx="0"/>
          <a:effectRef idx="0"/>
          <a:fontRef idx="minor"/>
        </p:style>
        <p:txBody>
          <a:bodyPr lIns="0" rIns="0" tIns="0" bIns="0" anchor="t">
            <a:spAutoFit/>
          </a:bodyPr>
          <a:p>
            <a:pPr algn="ctr" defTabSz="914400">
              <a:lnSpc>
                <a:spcPts val="2798"/>
              </a:lnSpc>
            </a:pPr>
            <a:r>
              <a:rPr b="1" lang="en-US" sz="2000" spc="-1" strike="noStrike">
                <a:solidFill>
                  <a:srgbClr val="000000"/>
                </a:solidFill>
                <a:latin typeface="Muli Bold"/>
                <a:ea typeface="Muli Bold"/>
              </a:rPr>
              <a:t>Prototype Scope</a:t>
            </a:r>
            <a:endParaRPr b="0" lang="en-IN" sz="2000" spc="-1" strike="noStrike">
              <a:solidFill>
                <a:srgbClr val="000000"/>
              </a:solidFill>
              <a:latin typeface="Arial"/>
            </a:endParaRPr>
          </a:p>
        </p:txBody>
      </p:sp>
      <p:sp>
        <p:nvSpPr>
          <p:cNvPr id="304" name="TextBox 61"/>
          <p:cNvSpPr/>
          <p:nvPr/>
        </p:nvSpPr>
        <p:spPr>
          <a:xfrm>
            <a:off x="11706480" y="5200560"/>
            <a:ext cx="1973520" cy="409320"/>
          </a:xfrm>
          <a:prstGeom prst="rect">
            <a:avLst/>
          </a:prstGeom>
          <a:noFill/>
          <a:ln w="0">
            <a:noFill/>
          </a:ln>
        </p:spPr>
        <p:style>
          <a:lnRef idx="0"/>
          <a:fillRef idx="0"/>
          <a:effectRef idx="0"/>
          <a:fontRef idx="minor"/>
        </p:style>
        <p:txBody>
          <a:bodyPr lIns="0" rIns="0" tIns="0" bIns="0" anchor="t">
            <a:spAutoFit/>
          </a:bodyPr>
          <a:p>
            <a:pPr algn="ctr" defTabSz="914400">
              <a:lnSpc>
                <a:spcPts val="3220"/>
              </a:lnSpc>
            </a:pPr>
            <a:r>
              <a:rPr b="1" lang="en-US" sz="2300" spc="-1" strike="noStrike">
                <a:solidFill>
                  <a:srgbClr val="000000"/>
                </a:solidFill>
                <a:latin typeface="Muli Bold"/>
                <a:ea typeface="Muli Bold"/>
              </a:rPr>
              <a:t>Scalability</a:t>
            </a:r>
            <a:endParaRPr b="0" lang="en-IN" sz="2300" spc="-1" strike="noStrike">
              <a:solidFill>
                <a:srgbClr val="000000"/>
              </a:solidFill>
              <a:latin typeface="Arial"/>
            </a:endParaRPr>
          </a:p>
        </p:txBody>
      </p:sp>
      <p:sp>
        <p:nvSpPr>
          <p:cNvPr id="305" name="TextBox 62"/>
          <p:cNvSpPr/>
          <p:nvPr/>
        </p:nvSpPr>
        <p:spPr>
          <a:xfrm>
            <a:off x="3277800" y="6182280"/>
            <a:ext cx="4637880" cy="1776240"/>
          </a:xfrm>
          <a:prstGeom prst="rect">
            <a:avLst/>
          </a:prstGeom>
          <a:noFill/>
          <a:ln w="0">
            <a:noFill/>
          </a:ln>
        </p:spPr>
        <p:style>
          <a:lnRef idx="0"/>
          <a:fillRef idx="0"/>
          <a:effectRef idx="0"/>
          <a:fontRef idx="minor"/>
        </p:style>
        <p:txBody>
          <a:bodyPr lIns="0" rIns="0" tIns="0" bIns="0" anchor="t">
            <a:spAutoFit/>
          </a:bodyPr>
          <a:p>
            <a:pPr algn="ctr" defTabSz="914400">
              <a:lnSpc>
                <a:spcPts val="2798"/>
              </a:lnSpc>
            </a:pPr>
            <a:r>
              <a:rPr b="0" lang="en-US" sz="2000" spc="-1" strike="noStrike">
                <a:solidFill>
                  <a:srgbClr val="000000"/>
                </a:solidFill>
                <a:latin typeface="Muli"/>
                <a:ea typeface="Muli"/>
              </a:rPr>
              <a:t>A working demo can cover inspector login, inspection assignment, GPS evidence capture, photo upload, live dashboard updates, map visualization, alerts and corrective-action tracking.</a:t>
            </a:r>
            <a:endParaRPr b="0" lang="en-IN" sz="2000" spc="-1" strike="noStrike">
              <a:solidFill>
                <a:srgbClr val="000000"/>
              </a:solidFill>
              <a:latin typeface="Arial"/>
            </a:endParaRPr>
          </a:p>
        </p:txBody>
      </p:sp>
      <p:sp>
        <p:nvSpPr>
          <p:cNvPr id="306" name="TextBox 63"/>
          <p:cNvSpPr/>
          <p:nvPr/>
        </p:nvSpPr>
        <p:spPr>
          <a:xfrm>
            <a:off x="10202760" y="6134400"/>
            <a:ext cx="4563720" cy="1776240"/>
          </a:xfrm>
          <a:prstGeom prst="rect">
            <a:avLst/>
          </a:prstGeom>
          <a:noFill/>
          <a:ln w="0">
            <a:noFill/>
          </a:ln>
        </p:spPr>
        <p:style>
          <a:lnRef idx="0"/>
          <a:fillRef idx="0"/>
          <a:effectRef idx="0"/>
          <a:fontRef idx="minor"/>
        </p:style>
        <p:txBody>
          <a:bodyPr lIns="0" rIns="0" tIns="0" bIns="0" anchor="t">
            <a:spAutoFit/>
          </a:bodyPr>
          <a:p>
            <a:pPr algn="ctr" defTabSz="914400">
              <a:lnSpc>
                <a:spcPts val="2798"/>
              </a:lnSpc>
            </a:pPr>
            <a:r>
              <a:rPr b="0" lang="en-US" sz="2000" spc="-1" strike="noStrike">
                <a:solidFill>
                  <a:srgbClr val="000000"/>
                </a:solidFill>
                <a:latin typeface="Muli"/>
                <a:ea typeface="Muli"/>
              </a:rPr>
              <a:t>The same architecture can support multiple departments, projects and districts. APIs can later connect with existing government systems, CCTV platforms and institutional databases.</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cfe"/>
        </a:solidFill>
      </p:bgPr>
    </p:bg>
    <p:spTree>
      <p:nvGrpSpPr>
        <p:cNvPr id="1" name=""/>
        <p:cNvGrpSpPr/>
        <p:nvPr/>
      </p:nvGrpSpPr>
      <p:grpSpPr>
        <a:xfrm>
          <a:off x="0" y="0"/>
          <a:ext cx="0" cy="0"/>
          <a:chOff x="0" y="0"/>
          <a:chExt cx="0" cy="0"/>
        </a:xfrm>
      </p:grpSpPr>
      <p:grpSp>
        <p:nvGrpSpPr>
          <p:cNvPr id="307" name="Group 2"/>
          <p:cNvGrpSpPr/>
          <p:nvPr/>
        </p:nvGrpSpPr>
        <p:grpSpPr>
          <a:xfrm>
            <a:off x="-9873360" y="1717200"/>
            <a:ext cx="18686520" cy="18252720"/>
            <a:chOff x="-9873360" y="1717200"/>
            <a:chExt cx="18686520" cy="18252720"/>
          </a:xfrm>
        </p:grpSpPr>
        <p:grpSp>
          <p:nvGrpSpPr>
            <p:cNvPr id="308" name="Group 3"/>
            <p:cNvGrpSpPr/>
            <p:nvPr/>
          </p:nvGrpSpPr>
          <p:grpSpPr>
            <a:xfrm>
              <a:off x="-8353080" y="6184440"/>
              <a:ext cx="17166240" cy="13292640"/>
              <a:chOff x="-8353080" y="6184440"/>
              <a:chExt cx="17166240" cy="13292640"/>
            </a:xfrm>
          </p:grpSpPr>
          <p:sp>
            <p:nvSpPr>
              <p:cNvPr id="309" name="Freeform 4"/>
              <p:cNvSpPr/>
              <p:nvPr/>
            </p:nvSpPr>
            <p:spPr>
              <a:xfrm rot="12170400">
                <a:off x="-7352640" y="88416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10" name="TextBox 5"/>
              <p:cNvSpPr/>
              <p:nvPr/>
            </p:nvSpPr>
            <p:spPr>
              <a:xfrm rot="12170400">
                <a:off x="-7399080" y="88322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311" name="Group 6"/>
            <p:cNvGrpSpPr/>
            <p:nvPr/>
          </p:nvGrpSpPr>
          <p:grpSpPr>
            <a:xfrm>
              <a:off x="-1563480" y="2184480"/>
              <a:ext cx="1839600" cy="15775920"/>
              <a:chOff x="-1563480" y="2184480"/>
              <a:chExt cx="1839600" cy="15775920"/>
            </a:xfrm>
          </p:grpSpPr>
          <p:sp>
            <p:nvSpPr>
              <p:cNvPr id="312" name="Freeform 7"/>
              <p:cNvSpPr/>
              <p:nvPr/>
            </p:nvSpPr>
            <p:spPr>
              <a:xfrm rot="16108800">
                <a:off x="-8398800" y="9480960"/>
                <a:ext cx="15750000" cy="1182600"/>
              </a:xfrm>
              <a:custGeom>
                <a:avLst/>
                <a:gdLst>
                  <a:gd name="textAreaLeft" fmla="*/ 0 w 15750000"/>
                  <a:gd name="textAreaRight" fmla="*/ 15750360 w 15750000"/>
                  <a:gd name="textAreaTop" fmla="*/ 0 h 1182600"/>
                  <a:gd name="textAreaBottom" fmla="*/ 1182960 h 118260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13" name="TextBox 8"/>
              <p:cNvSpPr/>
              <p:nvPr/>
            </p:nvSpPr>
            <p:spPr>
              <a:xfrm rot="16108800">
                <a:off x="-6603120" y="9339480"/>
                <a:ext cx="11868480" cy="147384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314" name="Group 9"/>
            <p:cNvGrpSpPr/>
            <p:nvPr/>
          </p:nvGrpSpPr>
          <p:grpSpPr>
            <a:xfrm>
              <a:off x="-9873360" y="3693960"/>
              <a:ext cx="16685280" cy="16160040"/>
              <a:chOff x="-9873360" y="3693960"/>
              <a:chExt cx="16685280" cy="16160040"/>
            </a:xfrm>
          </p:grpSpPr>
          <p:sp>
            <p:nvSpPr>
              <p:cNvPr id="315" name="Freeform 10"/>
              <p:cNvSpPr/>
              <p:nvPr/>
            </p:nvSpPr>
            <p:spPr>
              <a:xfrm rot="13324200">
                <a:off x="-9079920" y="78066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16" name="TextBox 11"/>
              <p:cNvSpPr/>
              <p:nvPr/>
            </p:nvSpPr>
            <p:spPr>
              <a:xfrm rot="13324200">
                <a:off x="-9159840" y="77756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317" name="Group 12"/>
            <p:cNvGrpSpPr/>
            <p:nvPr/>
          </p:nvGrpSpPr>
          <p:grpSpPr>
            <a:xfrm>
              <a:off x="-9191880" y="5339160"/>
              <a:ext cx="17227080" cy="14175000"/>
              <a:chOff x="-9191880" y="5339160"/>
              <a:chExt cx="17227080" cy="14175000"/>
            </a:xfrm>
          </p:grpSpPr>
          <p:sp>
            <p:nvSpPr>
              <p:cNvPr id="318" name="Freeform 13"/>
              <p:cNvSpPr/>
              <p:nvPr/>
            </p:nvSpPr>
            <p:spPr>
              <a:xfrm rot="12462600">
                <a:off x="-8151840" y="844200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19" name="TextBox 14"/>
              <p:cNvSpPr/>
              <p:nvPr/>
            </p:nvSpPr>
            <p:spPr>
              <a:xfrm rot="12462600">
                <a:off x="-8207640" y="842832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320" name="Group 15"/>
            <p:cNvGrpSpPr/>
            <p:nvPr/>
          </p:nvGrpSpPr>
          <p:grpSpPr>
            <a:xfrm>
              <a:off x="-9293400" y="2185200"/>
              <a:ext cx="14107680" cy="17226720"/>
              <a:chOff x="-9293400" y="2185200"/>
              <a:chExt cx="14107680" cy="17226720"/>
            </a:xfrm>
          </p:grpSpPr>
          <p:sp>
            <p:nvSpPr>
              <p:cNvPr id="321" name="Freeform 16"/>
              <p:cNvSpPr/>
              <p:nvPr/>
            </p:nvSpPr>
            <p:spPr>
              <a:xfrm rot="14560800">
                <a:off x="-9762120" y="686484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22" name="TextBox 17"/>
              <p:cNvSpPr/>
              <p:nvPr/>
            </p:nvSpPr>
            <p:spPr>
              <a:xfrm rot="14560800">
                <a:off x="-9868680" y="6800040"/>
                <a:ext cx="1525860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nvGrpSpPr>
            <p:cNvPr id="323" name="Group 18"/>
            <p:cNvGrpSpPr/>
            <p:nvPr/>
          </p:nvGrpSpPr>
          <p:grpSpPr>
            <a:xfrm>
              <a:off x="-9107640" y="1717200"/>
              <a:ext cx="11155680" cy="18252720"/>
              <a:chOff x="-9107640" y="1717200"/>
              <a:chExt cx="11155680" cy="18252720"/>
            </a:xfrm>
          </p:grpSpPr>
          <p:sp>
            <p:nvSpPr>
              <p:cNvPr id="324" name="Freeform 19"/>
              <p:cNvSpPr/>
              <p:nvPr/>
            </p:nvSpPr>
            <p:spPr>
              <a:xfrm rot="15526800">
                <a:off x="-11923200" y="6941160"/>
                <a:ext cx="17021880" cy="7757280"/>
              </a:xfrm>
              <a:custGeom>
                <a:avLst/>
                <a:gdLst>
                  <a:gd name="textAreaLeft" fmla="*/ 0 w 17021880"/>
                  <a:gd name="textAreaRight" fmla="*/ 17022240 w 17021880"/>
                  <a:gd name="textAreaTop" fmla="*/ 0 h 7757280"/>
                  <a:gd name="textAreaBottom" fmla="*/ 7757640 h 7757280"/>
                </a:gdLst>
                <a:ahLst/>
                <a:rect l="textAreaLeft" t="textAreaTop" r="textAreaRight" b="textAreaBottom"/>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25" name="TextBox 20"/>
              <p:cNvSpPr/>
              <p:nvPr/>
            </p:nvSpPr>
            <p:spPr>
              <a:xfrm rot="15526800">
                <a:off x="-12040560" y="6845040"/>
                <a:ext cx="17021880" cy="79966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2659"/>
                  </a:lnSpc>
                </a:pPr>
                <a:endParaRPr b="0" lang="en-US" sz="1800" spc="-1" strike="noStrike">
                  <a:solidFill>
                    <a:schemeClr val="dk1"/>
                  </a:solidFill>
                  <a:latin typeface="Calibri"/>
                </a:endParaRPr>
              </a:p>
            </p:txBody>
          </p:sp>
        </p:grpSp>
      </p:grpSp>
      <p:grpSp>
        <p:nvGrpSpPr>
          <p:cNvPr id="326" name="Group 21"/>
          <p:cNvGrpSpPr/>
          <p:nvPr/>
        </p:nvGrpSpPr>
        <p:grpSpPr>
          <a:xfrm>
            <a:off x="9324360" y="-9574200"/>
            <a:ext cx="18766800" cy="18275760"/>
            <a:chOff x="9324360" y="-9574200"/>
            <a:chExt cx="18766800" cy="18275760"/>
          </a:xfrm>
        </p:grpSpPr>
        <p:grpSp>
          <p:nvGrpSpPr>
            <p:cNvPr id="327" name="Group 22"/>
            <p:cNvGrpSpPr/>
            <p:nvPr/>
          </p:nvGrpSpPr>
          <p:grpSpPr>
            <a:xfrm>
              <a:off x="9324360" y="-9168840"/>
              <a:ext cx="17212680" cy="13403160"/>
              <a:chOff x="9324360" y="-9168840"/>
              <a:chExt cx="17212680" cy="13403160"/>
            </a:xfrm>
          </p:grpSpPr>
          <p:sp>
            <p:nvSpPr>
              <p:cNvPr id="328" name="Freeform 23"/>
              <p:cNvSpPr/>
              <p:nvPr/>
            </p:nvSpPr>
            <p:spPr>
              <a:xfrm rot="1370400">
                <a:off x="10231560" y="-618012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29" name="TextBox 24"/>
              <p:cNvSpPr/>
              <p:nvPr/>
            </p:nvSpPr>
            <p:spPr>
              <a:xfrm rot="1370400">
                <a:off x="10301040" y="-6525360"/>
                <a:ext cx="1525860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30" name="Group 25"/>
            <p:cNvGrpSpPr/>
            <p:nvPr/>
          </p:nvGrpSpPr>
          <p:grpSpPr>
            <a:xfrm>
              <a:off x="17861400" y="-7541640"/>
              <a:ext cx="1985040" cy="15775920"/>
              <a:chOff x="17861400" y="-7541640"/>
              <a:chExt cx="1985040" cy="15775920"/>
            </a:xfrm>
          </p:grpSpPr>
          <p:sp>
            <p:nvSpPr>
              <p:cNvPr id="331" name="Freeform 26"/>
              <p:cNvSpPr/>
              <p:nvPr/>
            </p:nvSpPr>
            <p:spPr>
              <a:xfrm rot="5308800">
                <a:off x="10786320" y="-244800"/>
                <a:ext cx="15750000" cy="1182600"/>
              </a:xfrm>
              <a:custGeom>
                <a:avLst/>
                <a:gdLst>
                  <a:gd name="textAreaLeft" fmla="*/ 0 w 15750000"/>
                  <a:gd name="textAreaRight" fmla="*/ 15750360 w 15750000"/>
                  <a:gd name="textAreaTop" fmla="*/ 0 h 1182600"/>
                  <a:gd name="textAreaBottom" fmla="*/ 1182960 h 118260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32" name="TextBox 27"/>
              <p:cNvSpPr/>
              <p:nvPr/>
            </p:nvSpPr>
            <p:spPr>
              <a:xfrm rot="5308800">
                <a:off x="12945240" y="-469440"/>
                <a:ext cx="11868480" cy="161928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33" name="Group 28"/>
            <p:cNvGrpSpPr/>
            <p:nvPr/>
          </p:nvGrpSpPr>
          <p:grpSpPr>
            <a:xfrm>
              <a:off x="11325960" y="-9524160"/>
              <a:ext cx="16765200" cy="16248600"/>
              <a:chOff x="11325960" y="-9524160"/>
              <a:chExt cx="16765200" cy="16248600"/>
            </a:xfrm>
          </p:grpSpPr>
          <p:sp>
            <p:nvSpPr>
              <p:cNvPr id="334" name="Freeform 29"/>
              <p:cNvSpPr/>
              <p:nvPr/>
            </p:nvSpPr>
            <p:spPr>
              <a:xfrm rot="2524200">
                <a:off x="11958840" y="-514512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35" name="TextBox 30"/>
              <p:cNvSpPr/>
              <p:nvPr/>
            </p:nvSpPr>
            <p:spPr>
              <a:xfrm rot="2524200">
                <a:off x="12079080" y="-5457600"/>
                <a:ext cx="1525860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36" name="Group 31"/>
            <p:cNvGrpSpPr/>
            <p:nvPr/>
          </p:nvGrpSpPr>
          <p:grpSpPr>
            <a:xfrm>
              <a:off x="10102320" y="-9201240"/>
              <a:ext cx="17282880" cy="14280840"/>
              <a:chOff x="10102320" y="-9201240"/>
              <a:chExt cx="17282880" cy="14280840"/>
            </a:xfrm>
          </p:grpSpPr>
          <p:sp>
            <p:nvSpPr>
              <p:cNvPr id="337" name="Freeform 32"/>
              <p:cNvSpPr/>
              <p:nvPr/>
            </p:nvSpPr>
            <p:spPr>
              <a:xfrm rot="1662600">
                <a:off x="11030760" y="-578052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38" name="TextBox 33"/>
              <p:cNvSpPr/>
              <p:nvPr/>
            </p:nvSpPr>
            <p:spPr>
              <a:xfrm rot="1662600">
                <a:off x="11114280" y="-6118920"/>
                <a:ext cx="1525860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39" name="Group 34"/>
            <p:cNvGrpSpPr/>
            <p:nvPr/>
          </p:nvGrpSpPr>
          <p:grpSpPr>
            <a:xfrm>
              <a:off x="13323240" y="-9048240"/>
              <a:ext cx="14213880" cy="17281800"/>
              <a:chOff x="13323240" y="-9048240"/>
              <a:chExt cx="14213880" cy="17281800"/>
            </a:xfrm>
          </p:grpSpPr>
          <p:sp>
            <p:nvSpPr>
              <p:cNvPr id="340" name="Freeform 35"/>
              <p:cNvSpPr/>
              <p:nvPr/>
            </p:nvSpPr>
            <p:spPr>
              <a:xfrm rot="3760800">
                <a:off x="12641040" y="-4203360"/>
                <a:ext cx="15258600" cy="7757280"/>
              </a:xfrm>
              <a:custGeom>
                <a:avLst/>
                <a:gdLst>
                  <a:gd name="textAreaLeft" fmla="*/ 0 w 15258600"/>
                  <a:gd name="textAreaRight" fmla="*/ 15258960 w 15258600"/>
                  <a:gd name="textAreaTop" fmla="*/ 0 h 7757280"/>
                  <a:gd name="textAreaBottom" fmla="*/ 7757640 h 7757280"/>
                </a:gdLst>
                <a:ahLst/>
                <a:rect l="textAreaLeft" t="textAreaTop" r="textAreaRight" b="textAreaBottom"/>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41" name="TextBox 36"/>
              <p:cNvSpPr/>
              <p:nvPr/>
            </p:nvSpPr>
            <p:spPr>
              <a:xfrm rot="3760800">
                <a:off x="12800520" y="-4465440"/>
                <a:ext cx="1525860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42" name="Group 37"/>
            <p:cNvGrpSpPr/>
            <p:nvPr/>
          </p:nvGrpSpPr>
          <p:grpSpPr>
            <a:xfrm>
              <a:off x="16089480" y="-9574200"/>
              <a:ext cx="11273040" cy="18275760"/>
              <a:chOff x="16089480" y="-9574200"/>
              <a:chExt cx="11273040" cy="18275760"/>
            </a:xfrm>
          </p:grpSpPr>
          <p:sp>
            <p:nvSpPr>
              <p:cNvPr id="343" name="Freeform 38"/>
              <p:cNvSpPr/>
              <p:nvPr/>
            </p:nvSpPr>
            <p:spPr>
              <a:xfrm rot="4726800">
                <a:off x="13038840" y="-4279680"/>
                <a:ext cx="17021880" cy="7757280"/>
              </a:xfrm>
              <a:custGeom>
                <a:avLst/>
                <a:gdLst>
                  <a:gd name="textAreaLeft" fmla="*/ 0 w 17021880"/>
                  <a:gd name="textAreaRight" fmla="*/ 17022240 w 17021880"/>
                  <a:gd name="textAreaTop" fmla="*/ 0 h 7757280"/>
                  <a:gd name="textAreaBottom" fmla="*/ 7757640 h 7757280"/>
                </a:gdLst>
                <a:ahLst/>
                <a:rect l="textAreaLeft" t="textAreaTop" r="textAreaRight" b="textAreaBottom"/>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44" name="TextBox 39"/>
              <p:cNvSpPr/>
              <p:nvPr/>
            </p:nvSpPr>
            <p:spPr>
              <a:xfrm rot="4726800">
                <a:off x="13214880" y="-4494240"/>
                <a:ext cx="1702188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sp>
        <p:nvSpPr>
          <p:cNvPr id="345" name="Freeform 40"/>
          <p:cNvSpPr/>
          <p:nvPr/>
        </p:nvSpPr>
        <p:spPr>
          <a:xfrm flipH="1">
            <a:off x="13331520" y="8570160"/>
            <a:ext cx="7314840" cy="2958480"/>
          </a:xfrm>
          <a:custGeom>
            <a:avLst/>
            <a:gdLst>
              <a:gd name="textAreaLeft" fmla="*/ -360 w 7314840"/>
              <a:gd name="textAreaRight" fmla="*/ 7314840 w 7314840"/>
              <a:gd name="textAreaTop" fmla="*/ 0 h 2958480"/>
              <a:gd name="textAreaBottom" fmla="*/ 2958840 h 2958480"/>
            </a:gdLst>
            <a:ahLst/>
            <a:rect l="textAreaLeft" t="textAreaTop" r="textAreaRight" b="textAreaBottom"/>
            <a:pathLst>
              <a:path w="7315200" h="2958662">
                <a:moveTo>
                  <a:pt x="7315200" y="0"/>
                </a:moveTo>
                <a:lnTo>
                  <a:pt x="0" y="0"/>
                </a:lnTo>
                <a:lnTo>
                  <a:pt x="0" y="2958662"/>
                </a:lnTo>
                <a:lnTo>
                  <a:pt x="7315200" y="2958662"/>
                </a:lnTo>
                <a:lnTo>
                  <a:pt x="731520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46" name="Freeform 41"/>
          <p:cNvSpPr/>
          <p:nvPr/>
        </p:nvSpPr>
        <p:spPr>
          <a:xfrm flipV="1">
            <a:off x="-2359080" y="-1242000"/>
            <a:ext cx="7314840" cy="2958480"/>
          </a:xfrm>
          <a:custGeom>
            <a:avLst/>
            <a:gdLst>
              <a:gd name="textAreaLeft" fmla="*/ 0 w 7314840"/>
              <a:gd name="textAreaRight" fmla="*/ 7315200 w 7314840"/>
              <a:gd name="textAreaTop" fmla="*/ 360 h 2958480"/>
              <a:gd name="textAreaBottom" fmla="*/ 2959200 h 2958480"/>
            </a:gdLst>
            <a:ahLst/>
            <a:rect l="textAreaLeft" t="textAreaTop" r="textAreaRight" b="textAreaBottom"/>
            <a:pathLst>
              <a:path w="7315200" h="2958662">
                <a:moveTo>
                  <a:pt x="0" y="2958662"/>
                </a:moveTo>
                <a:lnTo>
                  <a:pt x="7315200" y="2958662"/>
                </a:lnTo>
                <a:lnTo>
                  <a:pt x="7315200" y="0"/>
                </a:lnTo>
                <a:lnTo>
                  <a:pt x="0" y="0"/>
                </a:lnTo>
                <a:lnTo>
                  <a:pt x="0" y="2958662"/>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47" name="Freeform 42"/>
          <p:cNvSpPr/>
          <p:nvPr/>
        </p:nvSpPr>
        <p:spPr>
          <a:xfrm>
            <a:off x="1474200" y="1501200"/>
            <a:ext cx="555480" cy="2030760"/>
          </a:xfrm>
          <a:custGeom>
            <a:avLst/>
            <a:gdLst>
              <a:gd name="textAreaLeft" fmla="*/ 0 w 555480"/>
              <a:gd name="textAreaRight" fmla="*/ 555840 w 555480"/>
              <a:gd name="textAreaTop" fmla="*/ 0 h 2030760"/>
              <a:gd name="textAreaBottom" fmla="*/ 2031120 h 2030760"/>
            </a:gdLst>
            <a:ahLst/>
            <a:rect l="textAreaLeft" t="textAreaTop" r="textAreaRight" b="textAreaBottom"/>
            <a:pathLst>
              <a:path w="556018" h="2031117">
                <a:moveTo>
                  <a:pt x="0" y="0"/>
                </a:moveTo>
                <a:lnTo>
                  <a:pt x="556018" y="0"/>
                </a:lnTo>
                <a:lnTo>
                  <a:pt x="556018" y="2031117"/>
                </a:lnTo>
                <a:lnTo>
                  <a:pt x="0" y="2031117"/>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48" name="Freeform 43"/>
          <p:cNvSpPr/>
          <p:nvPr/>
        </p:nvSpPr>
        <p:spPr>
          <a:xfrm>
            <a:off x="8187120" y="1463400"/>
            <a:ext cx="570240" cy="2194200"/>
          </a:xfrm>
          <a:custGeom>
            <a:avLst/>
            <a:gdLst>
              <a:gd name="textAreaLeft" fmla="*/ 0 w 570240"/>
              <a:gd name="textAreaRight" fmla="*/ 570600 w 570240"/>
              <a:gd name="textAreaTop" fmla="*/ 0 h 2194200"/>
              <a:gd name="textAreaBottom" fmla="*/ 2194560 h 2194200"/>
            </a:gdLst>
            <a:ahLst/>
            <a:rect l="textAreaLeft" t="textAreaTop" r="textAreaRight" b="textAreaBottom"/>
            <a:pathLst>
              <a:path w="570558" h="2194456">
                <a:moveTo>
                  <a:pt x="0" y="0"/>
                </a:moveTo>
                <a:lnTo>
                  <a:pt x="570558" y="0"/>
                </a:lnTo>
                <a:lnTo>
                  <a:pt x="570558" y="2194456"/>
                </a:lnTo>
                <a:lnTo>
                  <a:pt x="0" y="2194456"/>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49" name="Freeform 44"/>
          <p:cNvSpPr/>
          <p:nvPr/>
        </p:nvSpPr>
        <p:spPr>
          <a:xfrm>
            <a:off x="1752480" y="3941280"/>
            <a:ext cx="3202920" cy="1971000"/>
          </a:xfrm>
          <a:custGeom>
            <a:avLst/>
            <a:gdLst>
              <a:gd name="textAreaLeft" fmla="*/ 0 w 3202920"/>
              <a:gd name="textAreaRight" fmla="*/ 3203280 w 3202920"/>
              <a:gd name="textAreaTop" fmla="*/ 0 h 1971000"/>
              <a:gd name="textAreaBottom" fmla="*/ 1971360 h 1971000"/>
            </a:gdLst>
            <a:ahLst/>
            <a:rect l="textAreaLeft" t="textAreaTop" r="textAreaRight" b="textAreaBottom"/>
            <a:pathLst>
              <a:path w="3203444" h="1971350">
                <a:moveTo>
                  <a:pt x="0" y="0"/>
                </a:moveTo>
                <a:lnTo>
                  <a:pt x="3203444" y="0"/>
                </a:lnTo>
                <a:lnTo>
                  <a:pt x="3203444" y="1971350"/>
                </a:lnTo>
                <a:lnTo>
                  <a:pt x="0" y="1971350"/>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50" name="Freeform 45"/>
          <p:cNvSpPr/>
          <p:nvPr/>
        </p:nvSpPr>
        <p:spPr>
          <a:xfrm>
            <a:off x="6452640" y="3941280"/>
            <a:ext cx="2992320" cy="1971000"/>
          </a:xfrm>
          <a:custGeom>
            <a:avLst/>
            <a:gdLst>
              <a:gd name="textAreaLeft" fmla="*/ 0 w 2992320"/>
              <a:gd name="textAreaRight" fmla="*/ 2992680 w 2992320"/>
              <a:gd name="textAreaTop" fmla="*/ 0 h 1971000"/>
              <a:gd name="textAreaBottom" fmla="*/ 1971360 h 1971000"/>
            </a:gdLst>
            <a:ahLst/>
            <a:rect l="textAreaLeft" t="textAreaTop" r="textAreaRight" b="textAreaBottom"/>
            <a:pathLst>
              <a:path w="2992566" h="1971350">
                <a:moveTo>
                  <a:pt x="0" y="0"/>
                </a:moveTo>
                <a:lnTo>
                  <a:pt x="2992566" y="0"/>
                </a:lnTo>
                <a:lnTo>
                  <a:pt x="2992566" y="1971350"/>
                </a:lnTo>
                <a:lnTo>
                  <a:pt x="0" y="1971350"/>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51" name="Freeform 46"/>
          <p:cNvSpPr/>
          <p:nvPr/>
        </p:nvSpPr>
        <p:spPr>
          <a:xfrm>
            <a:off x="11135160" y="3849120"/>
            <a:ext cx="3269160" cy="2062800"/>
          </a:xfrm>
          <a:custGeom>
            <a:avLst/>
            <a:gdLst>
              <a:gd name="textAreaLeft" fmla="*/ 0 w 3269160"/>
              <a:gd name="textAreaRight" fmla="*/ 3269520 w 3269160"/>
              <a:gd name="textAreaTop" fmla="*/ 0 h 2062800"/>
              <a:gd name="textAreaBottom" fmla="*/ 2063160 h 2062800"/>
            </a:gdLst>
            <a:ahLst/>
            <a:rect l="textAreaLeft" t="textAreaTop" r="textAreaRight" b="textAreaBottom"/>
            <a:pathLst>
              <a:path w="3269447" h="2063317">
                <a:moveTo>
                  <a:pt x="0" y="0"/>
                </a:moveTo>
                <a:lnTo>
                  <a:pt x="3269447" y="0"/>
                </a:lnTo>
                <a:lnTo>
                  <a:pt x="3269447" y="2063317"/>
                </a:lnTo>
                <a:lnTo>
                  <a:pt x="0" y="2063317"/>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52" name="TextBox 47"/>
          <p:cNvSpPr/>
          <p:nvPr/>
        </p:nvSpPr>
        <p:spPr>
          <a:xfrm>
            <a:off x="5625720" y="88200"/>
            <a:ext cx="5412600" cy="127980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r>
              <a:rPr b="1" lang="en-US" sz="3600" spc="-1" strike="noStrike">
                <a:solidFill>
                  <a:srgbClr val="000000"/>
                </a:solidFill>
                <a:latin typeface="Muli Bold"/>
                <a:ea typeface="Muli Bold"/>
              </a:rPr>
              <a:t> </a:t>
            </a:r>
            <a:r>
              <a:rPr b="1" lang="en-US" sz="3600" spc="-1" strike="noStrike">
                <a:solidFill>
                  <a:srgbClr val="000000"/>
                </a:solidFill>
                <a:latin typeface="Muli Bold"/>
                <a:ea typeface="Muli Bold"/>
              </a:rPr>
              <a:t>IMPACT AND BENEFITS </a:t>
            </a:r>
            <a:endParaRPr b="0" lang="en-IN" sz="3600" spc="-1" strike="noStrike">
              <a:solidFill>
                <a:srgbClr val="000000"/>
              </a:solidFill>
              <a:latin typeface="Arial"/>
            </a:endParaRPr>
          </a:p>
        </p:txBody>
      </p:sp>
      <p:sp>
        <p:nvSpPr>
          <p:cNvPr id="353" name="TextBox 48"/>
          <p:cNvSpPr/>
          <p:nvPr/>
        </p:nvSpPr>
        <p:spPr>
          <a:xfrm>
            <a:off x="2021040" y="1499760"/>
            <a:ext cx="4076640" cy="2094840"/>
          </a:xfrm>
          <a:prstGeom prst="rect">
            <a:avLst/>
          </a:prstGeom>
          <a:noFill/>
          <a:ln w="0">
            <a:noFill/>
          </a:ln>
        </p:spPr>
        <p:style>
          <a:lnRef idx="0"/>
          <a:fillRef idx="0"/>
          <a:effectRef idx="0"/>
          <a:fontRef idx="minor"/>
        </p:style>
        <p:txBody>
          <a:bodyPr lIns="0" rIns="0" tIns="0" bIns="0" anchor="t">
            <a:spAutoFit/>
          </a:bodyPr>
          <a:p>
            <a:pPr algn="ctr" defTabSz="914400">
              <a:lnSpc>
                <a:spcPts val="3300"/>
              </a:lnSpc>
            </a:pPr>
            <a:r>
              <a:rPr b="0" lang="en-US" sz="2360" spc="-1" strike="noStrike">
                <a:solidFill>
                  <a:srgbClr val="000000"/>
                </a:solidFill>
                <a:latin typeface="Muli"/>
                <a:ea typeface="Muli"/>
              </a:rPr>
              <a:t>Faster field inspections</a:t>
            </a:r>
            <a:endParaRPr b="0" lang="en-IN" sz="2360" spc="-1" strike="noStrike">
              <a:solidFill>
                <a:srgbClr val="000000"/>
              </a:solidFill>
              <a:latin typeface="Arial"/>
            </a:endParaRPr>
          </a:p>
          <a:p>
            <a:pPr algn="ctr" defTabSz="914400">
              <a:lnSpc>
                <a:spcPts val="3300"/>
              </a:lnSpc>
            </a:pPr>
            <a:r>
              <a:rPr b="0" lang="en-US" sz="2360" spc="-1" strike="noStrike">
                <a:solidFill>
                  <a:srgbClr val="000000"/>
                </a:solidFill>
                <a:latin typeface="Muli"/>
                <a:ea typeface="Muli"/>
              </a:rPr>
              <a:t> </a:t>
            </a:r>
            <a:r>
              <a:rPr b="0" lang="en-US" sz="2360" spc="-1" strike="noStrike">
                <a:solidFill>
                  <a:srgbClr val="000000"/>
                </a:solidFill>
                <a:latin typeface="Muli"/>
                <a:ea typeface="Muli"/>
              </a:rPr>
              <a:t>Real-time issue identification</a:t>
            </a:r>
            <a:endParaRPr b="0" lang="en-IN" sz="2360" spc="-1" strike="noStrike">
              <a:solidFill>
                <a:srgbClr val="000000"/>
              </a:solidFill>
              <a:latin typeface="Arial"/>
            </a:endParaRPr>
          </a:p>
          <a:p>
            <a:pPr algn="ctr" defTabSz="914400">
              <a:lnSpc>
                <a:spcPts val="3300"/>
              </a:lnSpc>
            </a:pPr>
            <a:r>
              <a:rPr b="0" lang="en-US" sz="2360" spc="-1" strike="noStrike">
                <a:solidFill>
                  <a:srgbClr val="000000"/>
                </a:solidFill>
                <a:latin typeface="Muli"/>
                <a:ea typeface="Muli"/>
              </a:rPr>
              <a:t>Better team coordination</a:t>
            </a:r>
            <a:endParaRPr b="0" lang="en-IN" sz="2360" spc="-1" strike="noStrike">
              <a:solidFill>
                <a:srgbClr val="000000"/>
              </a:solidFill>
              <a:latin typeface="Arial"/>
            </a:endParaRPr>
          </a:p>
          <a:p>
            <a:pPr algn="ctr" defTabSz="914400">
              <a:lnSpc>
                <a:spcPts val="3300"/>
              </a:lnSpc>
            </a:pPr>
            <a:r>
              <a:rPr b="0" lang="en-US" sz="2360" spc="-1" strike="noStrike">
                <a:solidFill>
                  <a:srgbClr val="000000"/>
                </a:solidFill>
                <a:latin typeface="Muli"/>
                <a:ea typeface="Muli"/>
              </a:rPr>
              <a:t> </a:t>
            </a:r>
            <a:r>
              <a:rPr b="0" lang="en-US" sz="2360" spc="-1" strike="noStrike">
                <a:solidFill>
                  <a:srgbClr val="000000"/>
                </a:solidFill>
                <a:latin typeface="Muli"/>
                <a:ea typeface="Muli"/>
              </a:rPr>
              <a:t>Reduced reporting delays</a:t>
            </a:r>
            <a:endParaRPr b="0" lang="en-IN" sz="2360" spc="-1" strike="noStrike">
              <a:solidFill>
                <a:srgbClr val="000000"/>
              </a:solidFill>
              <a:latin typeface="Arial"/>
            </a:endParaRPr>
          </a:p>
          <a:p>
            <a:pPr algn="ctr" defTabSz="914400">
              <a:lnSpc>
                <a:spcPts val="3300"/>
              </a:lnSpc>
            </a:pPr>
            <a:r>
              <a:rPr b="0" lang="en-US" sz="2360" spc="-1" strike="noStrike">
                <a:solidFill>
                  <a:srgbClr val="000000"/>
                </a:solidFill>
                <a:latin typeface="Muli"/>
                <a:ea typeface="Muli"/>
              </a:rPr>
              <a:t>Improved accountability</a:t>
            </a:r>
            <a:endParaRPr b="0" lang="en-IN" sz="2360" spc="-1" strike="noStrike">
              <a:solidFill>
                <a:srgbClr val="000000"/>
              </a:solidFill>
              <a:latin typeface="Arial"/>
            </a:endParaRPr>
          </a:p>
        </p:txBody>
      </p:sp>
      <p:sp>
        <p:nvSpPr>
          <p:cNvPr id="354" name="TextBox 49"/>
          <p:cNvSpPr/>
          <p:nvPr/>
        </p:nvSpPr>
        <p:spPr>
          <a:xfrm>
            <a:off x="8757720" y="1499760"/>
            <a:ext cx="4936680" cy="476640"/>
          </a:xfrm>
          <a:prstGeom prst="rect">
            <a:avLst/>
          </a:prstGeom>
          <a:noFill/>
          <a:ln w="0">
            <a:noFill/>
          </a:ln>
        </p:spPr>
        <p:style>
          <a:lnRef idx="0"/>
          <a:fillRef idx="0"/>
          <a:effectRef idx="0"/>
          <a:fontRef idx="minor"/>
        </p:style>
        <p:txBody>
          <a:bodyPr lIns="0" rIns="0" tIns="0" bIns="0" anchor="t">
            <a:spAutoFit/>
          </a:bodyPr>
          <a:p>
            <a:pPr algn="ctr" defTabSz="914400">
              <a:lnSpc>
                <a:spcPts val="3756"/>
              </a:lnSpc>
            </a:pPr>
            <a:r>
              <a:rPr b="0" lang="en-US" sz="2680" spc="-1" strike="noStrike">
                <a:solidFill>
                  <a:srgbClr val="000000"/>
                </a:solidFill>
                <a:latin typeface="Muli"/>
                <a:ea typeface="Muli"/>
              </a:rPr>
              <a:t> </a:t>
            </a:r>
            <a:r>
              <a:rPr b="0" lang="en-US" sz="2680" spc="-1" strike="noStrike">
                <a:solidFill>
                  <a:srgbClr val="000000"/>
                </a:solidFill>
                <a:latin typeface="Muli"/>
                <a:ea typeface="Muli"/>
              </a:rPr>
              <a:t>Transparent inspection records</a:t>
            </a:r>
            <a:endParaRPr b="0" lang="en-IN" sz="2680" spc="-1" strike="noStrike">
              <a:solidFill>
                <a:srgbClr val="000000"/>
              </a:solidFill>
              <a:latin typeface="Arial"/>
            </a:endParaRPr>
          </a:p>
        </p:txBody>
      </p:sp>
      <p:sp>
        <p:nvSpPr>
          <p:cNvPr id="355" name="TextBox 50"/>
          <p:cNvSpPr/>
          <p:nvPr/>
        </p:nvSpPr>
        <p:spPr>
          <a:xfrm>
            <a:off x="8806320" y="2051280"/>
            <a:ext cx="4839480" cy="475920"/>
          </a:xfrm>
          <a:prstGeom prst="rect">
            <a:avLst/>
          </a:prstGeom>
          <a:noFill/>
          <a:ln w="0">
            <a:noFill/>
          </a:ln>
        </p:spPr>
        <p:style>
          <a:lnRef idx="0"/>
          <a:fillRef idx="0"/>
          <a:effectRef idx="0"/>
          <a:fontRef idx="minor"/>
        </p:style>
        <p:txBody>
          <a:bodyPr lIns="0" rIns="0" tIns="0" bIns="0" anchor="t">
            <a:spAutoFit/>
          </a:bodyPr>
          <a:p>
            <a:pPr algn="ctr" defTabSz="914400">
              <a:lnSpc>
                <a:spcPts val="3750"/>
              </a:lnSpc>
            </a:pPr>
            <a:r>
              <a:rPr b="0" lang="en-US" sz="2680" spc="-1" strike="noStrike">
                <a:solidFill>
                  <a:srgbClr val="000000"/>
                </a:solidFill>
                <a:latin typeface="Muli"/>
                <a:ea typeface="Muli"/>
              </a:rPr>
              <a:t>Digital evidence for verification</a:t>
            </a:r>
            <a:endParaRPr b="0" lang="en-IN" sz="2680" spc="-1" strike="noStrike">
              <a:solidFill>
                <a:srgbClr val="000000"/>
              </a:solidFill>
              <a:latin typeface="Arial"/>
            </a:endParaRPr>
          </a:p>
        </p:txBody>
      </p:sp>
      <p:sp>
        <p:nvSpPr>
          <p:cNvPr id="356" name="TextBox 51"/>
          <p:cNvSpPr/>
          <p:nvPr/>
        </p:nvSpPr>
        <p:spPr>
          <a:xfrm>
            <a:off x="8757720" y="2602440"/>
            <a:ext cx="7225560" cy="525960"/>
          </a:xfrm>
          <a:prstGeom prst="rect">
            <a:avLst/>
          </a:prstGeom>
          <a:noFill/>
          <a:ln w="0">
            <a:noFill/>
          </a:ln>
        </p:spPr>
        <p:style>
          <a:lnRef idx="0"/>
          <a:fillRef idx="0"/>
          <a:effectRef idx="0"/>
          <a:fontRef idx="minor"/>
        </p:style>
        <p:txBody>
          <a:bodyPr lIns="0" rIns="0" tIns="0" bIns="0" anchor="t">
            <a:spAutoFit/>
          </a:bodyPr>
          <a:p>
            <a:pPr algn="ctr" defTabSz="914400">
              <a:lnSpc>
                <a:spcPts val="4144"/>
              </a:lnSpc>
            </a:pPr>
            <a:r>
              <a:rPr b="0" lang="en-US" sz="2960" spc="-1" strike="noStrike">
                <a:solidFill>
                  <a:srgbClr val="000000"/>
                </a:solidFill>
                <a:latin typeface="Muli"/>
                <a:ea typeface="Muli"/>
              </a:rPr>
              <a:t>Reduced paperwork and delayed reportin</a:t>
            </a:r>
            <a:endParaRPr b="0" lang="en-IN" sz="2960" spc="-1" strike="noStrike">
              <a:solidFill>
                <a:srgbClr val="000000"/>
              </a:solidFill>
              <a:latin typeface="Arial"/>
            </a:endParaRPr>
          </a:p>
        </p:txBody>
      </p:sp>
      <p:sp>
        <p:nvSpPr>
          <p:cNvPr id="357" name="TextBox 52"/>
          <p:cNvSpPr/>
          <p:nvPr/>
        </p:nvSpPr>
        <p:spPr>
          <a:xfrm>
            <a:off x="8782560" y="3193920"/>
            <a:ext cx="6454440" cy="470520"/>
          </a:xfrm>
          <a:prstGeom prst="rect">
            <a:avLst/>
          </a:prstGeom>
          <a:noFill/>
          <a:ln w="0">
            <a:noFill/>
          </a:ln>
        </p:spPr>
        <p:style>
          <a:lnRef idx="0"/>
          <a:fillRef idx="0"/>
          <a:effectRef idx="0"/>
          <a:fontRef idx="minor"/>
        </p:style>
        <p:txBody>
          <a:bodyPr lIns="0" rIns="0" tIns="0" bIns="0" anchor="t">
            <a:spAutoFit/>
          </a:bodyPr>
          <a:p>
            <a:pPr algn="ctr" defTabSz="914400">
              <a:lnSpc>
                <a:spcPts val="3708"/>
              </a:lnSpc>
            </a:pPr>
            <a:r>
              <a:rPr b="0" lang="en-US" sz="2650" spc="-1" strike="noStrike">
                <a:solidFill>
                  <a:srgbClr val="000000"/>
                </a:solidFill>
                <a:latin typeface="Muli"/>
                <a:ea typeface="Muli"/>
              </a:rPr>
              <a:t>Easier monitoring across multiple location</a:t>
            </a:r>
            <a:endParaRPr b="0" lang="en-IN" sz="2650" spc="-1" strike="noStrike">
              <a:solidFill>
                <a:srgbClr val="000000"/>
              </a:solidFill>
              <a:latin typeface="Arial"/>
            </a:endParaRPr>
          </a:p>
        </p:txBody>
      </p:sp>
      <p:sp>
        <p:nvSpPr>
          <p:cNvPr id="358" name="TextBox 53"/>
          <p:cNvSpPr/>
          <p:nvPr/>
        </p:nvSpPr>
        <p:spPr>
          <a:xfrm>
            <a:off x="2412720" y="5990760"/>
            <a:ext cx="1882440" cy="781560"/>
          </a:xfrm>
          <a:prstGeom prst="rect">
            <a:avLst/>
          </a:prstGeom>
          <a:noFill/>
          <a:ln w="0">
            <a:noFill/>
          </a:ln>
        </p:spPr>
        <p:style>
          <a:lnRef idx="0"/>
          <a:fillRef idx="0"/>
          <a:effectRef idx="0"/>
          <a:fontRef idx="minor"/>
        </p:style>
        <p:txBody>
          <a:bodyPr lIns="0" rIns="0" tIns="0" bIns="0" anchor="t">
            <a:spAutoFit/>
          </a:bodyPr>
          <a:p>
            <a:pPr algn="ctr" defTabSz="914400">
              <a:lnSpc>
                <a:spcPts val="3078"/>
              </a:lnSpc>
            </a:pPr>
            <a:r>
              <a:rPr b="1" lang="en-US" sz="2200" spc="-1" strike="noStrike">
                <a:solidFill>
                  <a:srgbClr val="000000"/>
                </a:solidFill>
                <a:latin typeface="Muli Bold"/>
                <a:ea typeface="Muli Bold"/>
              </a:rPr>
              <a:t>For Inspectors</a:t>
            </a:r>
            <a:endParaRPr b="0" lang="en-IN" sz="2200" spc="-1" strike="noStrike">
              <a:solidFill>
                <a:srgbClr val="000000"/>
              </a:solidFill>
              <a:latin typeface="Arial"/>
            </a:endParaRPr>
          </a:p>
        </p:txBody>
      </p:sp>
      <p:sp>
        <p:nvSpPr>
          <p:cNvPr id="359" name="TextBox 54"/>
          <p:cNvSpPr/>
          <p:nvPr/>
        </p:nvSpPr>
        <p:spPr>
          <a:xfrm>
            <a:off x="1487880" y="6946920"/>
            <a:ext cx="3641040" cy="853560"/>
          </a:xfrm>
          <a:prstGeom prst="rect">
            <a:avLst/>
          </a:prstGeom>
          <a:noFill/>
          <a:ln w="0">
            <a:noFill/>
          </a:ln>
        </p:spPr>
        <p:style>
          <a:lnRef idx="0"/>
          <a:fillRef idx="0"/>
          <a:effectRef idx="0"/>
          <a:fontRef idx="minor"/>
        </p:style>
        <p:txBody>
          <a:bodyPr lIns="0" rIns="0" tIns="0" bIns="0" anchor="t">
            <a:spAutoFit/>
          </a:bodyPr>
          <a:p>
            <a:pPr algn="ctr" defTabSz="914400">
              <a:lnSpc>
                <a:spcPts val="2239"/>
              </a:lnSpc>
            </a:pPr>
            <a:r>
              <a:rPr b="0" lang="en-US" sz="1600" spc="-1" strike="noStrike">
                <a:solidFill>
                  <a:srgbClr val="000000"/>
                </a:solidFill>
                <a:latin typeface="Muli"/>
                <a:ea typeface="Muli"/>
              </a:rPr>
              <a:t>Simple mobile workflow with task assignment, GPS verification and easy evidence upload.</a:t>
            </a:r>
            <a:endParaRPr b="0" lang="en-IN" sz="1600" spc="-1" strike="noStrike">
              <a:solidFill>
                <a:srgbClr val="000000"/>
              </a:solidFill>
              <a:latin typeface="Arial"/>
            </a:endParaRPr>
          </a:p>
        </p:txBody>
      </p:sp>
      <p:sp>
        <p:nvSpPr>
          <p:cNvPr id="360" name="TextBox 55"/>
          <p:cNvSpPr/>
          <p:nvPr/>
        </p:nvSpPr>
        <p:spPr>
          <a:xfrm>
            <a:off x="1855080" y="8246880"/>
            <a:ext cx="245052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Expected Outcome :- </a:t>
            </a:r>
            <a:endParaRPr b="0" lang="en-IN" sz="1900" spc="-1" strike="noStrike">
              <a:solidFill>
                <a:srgbClr val="000000"/>
              </a:solidFill>
              <a:latin typeface="Arial"/>
            </a:endParaRPr>
          </a:p>
        </p:txBody>
      </p:sp>
      <p:sp>
        <p:nvSpPr>
          <p:cNvPr id="361" name="TextBox 56"/>
          <p:cNvSpPr/>
          <p:nvPr/>
        </p:nvSpPr>
        <p:spPr>
          <a:xfrm>
            <a:off x="1235880" y="8806680"/>
            <a:ext cx="13902120" cy="390600"/>
          </a:xfrm>
          <a:prstGeom prst="rect">
            <a:avLst/>
          </a:prstGeom>
          <a:noFill/>
          <a:ln w="0">
            <a:noFill/>
          </a:ln>
        </p:spPr>
        <p:style>
          <a:lnRef idx="0"/>
          <a:fillRef idx="0"/>
          <a:effectRef idx="0"/>
          <a:fontRef idx="minor"/>
        </p:style>
        <p:txBody>
          <a:bodyPr lIns="0" rIns="0" tIns="0" bIns="0" anchor="t">
            <a:spAutoFit/>
          </a:bodyPr>
          <a:p>
            <a:pPr algn="ctr" defTabSz="914400">
              <a:lnSpc>
                <a:spcPts val="3078"/>
              </a:lnSpc>
            </a:pPr>
            <a:r>
              <a:rPr b="0" lang="en-US" sz="2200" spc="-1" strike="noStrike">
                <a:solidFill>
                  <a:srgbClr val="000000"/>
                </a:solidFill>
                <a:latin typeface="Muli"/>
                <a:ea typeface="Muli"/>
              </a:rPr>
              <a:t>From manual inspections → to a connected, transparent and real-time inspection system.</a:t>
            </a:r>
            <a:endParaRPr b="0" lang="en-IN" sz="2200" spc="-1" strike="noStrike">
              <a:solidFill>
                <a:srgbClr val="000000"/>
              </a:solidFill>
              <a:latin typeface="Arial"/>
            </a:endParaRPr>
          </a:p>
        </p:txBody>
      </p:sp>
      <p:sp>
        <p:nvSpPr>
          <p:cNvPr id="362" name="TextBox 57"/>
          <p:cNvSpPr/>
          <p:nvPr/>
        </p:nvSpPr>
        <p:spPr>
          <a:xfrm>
            <a:off x="7155000" y="5990760"/>
            <a:ext cx="1602360" cy="781560"/>
          </a:xfrm>
          <a:prstGeom prst="rect">
            <a:avLst/>
          </a:prstGeom>
          <a:noFill/>
          <a:ln w="0">
            <a:noFill/>
          </a:ln>
        </p:spPr>
        <p:style>
          <a:lnRef idx="0"/>
          <a:fillRef idx="0"/>
          <a:effectRef idx="0"/>
          <a:fontRef idx="minor"/>
        </p:style>
        <p:txBody>
          <a:bodyPr lIns="0" rIns="0" tIns="0" bIns="0" anchor="t">
            <a:spAutoFit/>
          </a:bodyPr>
          <a:p>
            <a:pPr algn="ctr" defTabSz="914400">
              <a:lnSpc>
                <a:spcPts val="3078"/>
              </a:lnSpc>
            </a:pPr>
            <a:r>
              <a:rPr b="1" lang="en-US" sz="2200" spc="-1" strike="noStrike">
                <a:solidFill>
                  <a:srgbClr val="000000"/>
                </a:solidFill>
                <a:latin typeface="Muli Bold"/>
                <a:ea typeface="Muli Bold"/>
              </a:rPr>
              <a:t>For Officials</a:t>
            </a:r>
            <a:endParaRPr b="0" lang="en-IN" sz="2200" spc="-1" strike="noStrike">
              <a:solidFill>
                <a:srgbClr val="000000"/>
              </a:solidFill>
              <a:latin typeface="Arial"/>
            </a:endParaRPr>
          </a:p>
        </p:txBody>
      </p:sp>
      <p:sp>
        <p:nvSpPr>
          <p:cNvPr id="363" name="TextBox 58"/>
          <p:cNvSpPr/>
          <p:nvPr/>
        </p:nvSpPr>
        <p:spPr>
          <a:xfrm>
            <a:off x="6287400" y="6903360"/>
            <a:ext cx="3292560" cy="852840"/>
          </a:xfrm>
          <a:prstGeom prst="rect">
            <a:avLst/>
          </a:prstGeom>
          <a:noFill/>
          <a:ln w="0">
            <a:noFill/>
          </a:ln>
        </p:spPr>
        <p:style>
          <a:lnRef idx="0"/>
          <a:fillRef idx="0"/>
          <a:effectRef idx="0"/>
          <a:fontRef idx="minor"/>
        </p:style>
        <p:txBody>
          <a:bodyPr lIns="0" rIns="0" tIns="0" bIns="0" anchor="t">
            <a:spAutoFit/>
          </a:bodyPr>
          <a:p>
            <a:pPr algn="ctr" defTabSz="914400">
              <a:lnSpc>
                <a:spcPts val="2239"/>
              </a:lnSpc>
            </a:pPr>
            <a:r>
              <a:rPr b="0" lang="en-US" sz="1600" spc="-1" strike="noStrike">
                <a:solidFill>
                  <a:srgbClr val="000000"/>
                </a:solidFill>
                <a:latin typeface="Muli"/>
                <a:ea typeface="Muli"/>
              </a:rPr>
              <a:t>Live dashboard, alerts, maps, inspection history and corrective-action tracking.</a:t>
            </a:r>
            <a:endParaRPr b="0" lang="en-IN" sz="1600" spc="-1" strike="noStrike">
              <a:solidFill>
                <a:srgbClr val="000000"/>
              </a:solidFill>
              <a:latin typeface="Arial"/>
            </a:endParaRPr>
          </a:p>
        </p:txBody>
      </p:sp>
      <p:grpSp>
        <p:nvGrpSpPr>
          <p:cNvPr id="364" name="Group 59"/>
          <p:cNvGrpSpPr/>
          <p:nvPr/>
        </p:nvGrpSpPr>
        <p:grpSpPr>
          <a:xfrm>
            <a:off x="9955440" y="-9537480"/>
            <a:ext cx="18135360" cy="18201960"/>
            <a:chOff x="9955440" y="-9537480"/>
            <a:chExt cx="18135360" cy="18201960"/>
          </a:xfrm>
        </p:grpSpPr>
        <p:grpSp>
          <p:nvGrpSpPr>
            <p:cNvPr id="365" name="Group 60"/>
            <p:cNvGrpSpPr/>
            <p:nvPr/>
          </p:nvGrpSpPr>
          <p:grpSpPr>
            <a:xfrm>
              <a:off x="9955440" y="-9046080"/>
              <a:ext cx="16631280" cy="13157640"/>
              <a:chOff x="9955440" y="-9046080"/>
              <a:chExt cx="16631280" cy="13157640"/>
            </a:xfrm>
          </p:grpSpPr>
          <p:sp>
            <p:nvSpPr>
              <p:cNvPr id="366" name="Freeform 61"/>
              <p:cNvSpPr/>
              <p:nvPr/>
            </p:nvSpPr>
            <p:spPr>
              <a:xfrm rot="1370400">
                <a:off x="10887480" y="-6180120"/>
                <a:ext cx="14627520" cy="7757280"/>
              </a:xfrm>
              <a:custGeom>
                <a:avLst/>
                <a:gdLst>
                  <a:gd name="textAreaLeft" fmla="*/ 0 w 14627520"/>
                  <a:gd name="textAreaRight" fmla="*/ 14627880 w 14627520"/>
                  <a:gd name="textAreaTop" fmla="*/ 0 h 7757280"/>
                  <a:gd name="textAreaBottom" fmla="*/ 7757640 h 7757280"/>
                </a:gdLst>
                <a:ahLst/>
                <a:rect l="textAreaLeft" t="textAreaTop" r="textAreaRight" b="textAreaBottom"/>
                <a:pathLst>
                  <a:path w="2327931" h="1234580">
                    <a:moveTo>
                      <a:pt x="10337" y="0"/>
                    </a:moveTo>
                    <a:lnTo>
                      <a:pt x="2317594" y="0"/>
                    </a:lnTo>
                    <a:cubicBezTo>
                      <a:pt x="2320336" y="0"/>
                      <a:pt x="2322965" y="1089"/>
                      <a:pt x="2324904" y="3028"/>
                    </a:cubicBezTo>
                    <a:cubicBezTo>
                      <a:pt x="2326842" y="4966"/>
                      <a:pt x="2327931" y="7596"/>
                      <a:pt x="2327931" y="10337"/>
                    </a:cubicBezTo>
                    <a:lnTo>
                      <a:pt x="2327931" y="1224243"/>
                    </a:lnTo>
                    <a:cubicBezTo>
                      <a:pt x="2327931" y="1226985"/>
                      <a:pt x="2326842" y="1229614"/>
                      <a:pt x="2324904" y="1231553"/>
                    </a:cubicBezTo>
                    <a:cubicBezTo>
                      <a:pt x="2322965" y="1233491"/>
                      <a:pt x="2320336" y="1234580"/>
                      <a:pt x="2317594" y="1234580"/>
                    </a:cubicBezTo>
                    <a:lnTo>
                      <a:pt x="10337" y="1234580"/>
                    </a:lnTo>
                    <a:cubicBezTo>
                      <a:pt x="7596" y="1234580"/>
                      <a:pt x="4966" y="1233491"/>
                      <a:pt x="3028" y="1231553"/>
                    </a:cubicBezTo>
                    <a:cubicBezTo>
                      <a:pt x="1089" y="1229614"/>
                      <a:pt x="0" y="1226985"/>
                      <a:pt x="0" y="1224243"/>
                    </a:cubicBezTo>
                    <a:lnTo>
                      <a:pt x="0" y="10337"/>
                    </a:lnTo>
                    <a:cubicBezTo>
                      <a:pt x="0" y="7596"/>
                      <a:pt x="1089" y="4966"/>
                      <a:pt x="3028" y="3028"/>
                    </a:cubicBezTo>
                    <a:cubicBezTo>
                      <a:pt x="4966" y="1089"/>
                      <a:pt x="7596" y="0"/>
                      <a:pt x="10337"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67" name="TextBox 62"/>
              <p:cNvSpPr/>
              <p:nvPr/>
            </p:nvSpPr>
            <p:spPr>
              <a:xfrm rot="1370400">
                <a:off x="10957320" y="-6525360"/>
                <a:ext cx="1462752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68" name="Group 63"/>
            <p:cNvGrpSpPr/>
            <p:nvPr/>
          </p:nvGrpSpPr>
          <p:grpSpPr>
            <a:xfrm>
              <a:off x="18201600" y="-7540920"/>
              <a:ext cx="1930680" cy="15774480"/>
              <a:chOff x="18201600" y="-7540920"/>
              <a:chExt cx="1930680" cy="15774480"/>
            </a:xfrm>
          </p:grpSpPr>
          <p:sp>
            <p:nvSpPr>
              <p:cNvPr id="369" name="Freeform 64"/>
              <p:cNvSpPr/>
              <p:nvPr/>
            </p:nvSpPr>
            <p:spPr>
              <a:xfrm rot="5308800">
                <a:off x="11099160" y="-217800"/>
                <a:ext cx="15750000" cy="1128240"/>
              </a:xfrm>
              <a:custGeom>
                <a:avLst/>
                <a:gdLst>
                  <a:gd name="textAreaLeft" fmla="*/ 0 w 15750000"/>
                  <a:gd name="textAreaRight" fmla="*/ 15750360 w 15750000"/>
                  <a:gd name="textAreaTop" fmla="*/ 0 h 1128240"/>
                  <a:gd name="textAreaBottom" fmla="*/ 1128600 h 1128240"/>
                </a:gdLst>
                <a:ahLst/>
                <a:rect l="textAreaLeft" t="textAreaTop" r="textAreaRight" b="textAreaBottom"/>
                <a:pathLst>
                  <a:path w="2061456" h="147697">
                    <a:moveTo>
                      <a:pt x="230188" y="0"/>
                    </a:moveTo>
                    <a:lnTo>
                      <a:pt x="2061456" y="0"/>
                    </a:lnTo>
                    <a:lnTo>
                      <a:pt x="1831268" y="147697"/>
                    </a:lnTo>
                    <a:lnTo>
                      <a:pt x="0" y="147697"/>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70" name="TextBox 65"/>
              <p:cNvSpPr/>
              <p:nvPr/>
            </p:nvSpPr>
            <p:spPr>
              <a:xfrm rot="5308800">
                <a:off x="13258080" y="-442080"/>
                <a:ext cx="11868480" cy="156492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71" name="Group 66"/>
            <p:cNvGrpSpPr/>
            <p:nvPr/>
          </p:nvGrpSpPr>
          <p:grpSpPr>
            <a:xfrm>
              <a:off x="11889000" y="-9270000"/>
              <a:ext cx="16201800" cy="15740640"/>
              <a:chOff x="11889000" y="-9270000"/>
              <a:chExt cx="16201800" cy="15740640"/>
            </a:xfrm>
          </p:grpSpPr>
          <p:sp>
            <p:nvSpPr>
              <p:cNvPr id="372" name="Freeform 67"/>
              <p:cNvSpPr/>
              <p:nvPr/>
            </p:nvSpPr>
            <p:spPr>
              <a:xfrm rot="2524200">
                <a:off x="12619440" y="-5145120"/>
                <a:ext cx="14500080" cy="7757280"/>
              </a:xfrm>
              <a:custGeom>
                <a:avLst/>
                <a:gdLst>
                  <a:gd name="textAreaLeft" fmla="*/ 0 w 14500080"/>
                  <a:gd name="textAreaRight" fmla="*/ 14500440 w 14500080"/>
                  <a:gd name="textAreaTop" fmla="*/ 0 h 7757280"/>
                  <a:gd name="textAreaBottom" fmla="*/ 7757640 h 7757280"/>
                </a:gdLst>
                <a:ahLst/>
                <a:rect l="textAreaLeft" t="textAreaTop" r="textAreaRight" b="textAreaBottom"/>
                <a:pathLst>
                  <a:path w="2307674" h="1234580">
                    <a:moveTo>
                      <a:pt x="10428" y="0"/>
                    </a:moveTo>
                    <a:lnTo>
                      <a:pt x="2297246" y="0"/>
                    </a:lnTo>
                    <a:cubicBezTo>
                      <a:pt x="2303006" y="0"/>
                      <a:pt x="2307674" y="4669"/>
                      <a:pt x="2307674" y="10428"/>
                    </a:cubicBezTo>
                    <a:lnTo>
                      <a:pt x="2307674" y="1224153"/>
                    </a:lnTo>
                    <a:cubicBezTo>
                      <a:pt x="2307674" y="1229912"/>
                      <a:pt x="2303006" y="1234580"/>
                      <a:pt x="2297246" y="1234580"/>
                    </a:cubicBezTo>
                    <a:lnTo>
                      <a:pt x="10428" y="1234580"/>
                    </a:lnTo>
                    <a:cubicBezTo>
                      <a:pt x="4669" y="1234580"/>
                      <a:pt x="0" y="1229912"/>
                      <a:pt x="0" y="1224153"/>
                    </a:cubicBezTo>
                    <a:lnTo>
                      <a:pt x="0" y="10428"/>
                    </a:lnTo>
                    <a:cubicBezTo>
                      <a:pt x="0" y="4669"/>
                      <a:pt x="4669" y="0"/>
                      <a:pt x="10428"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73" name="TextBox 68"/>
              <p:cNvSpPr/>
              <p:nvPr/>
            </p:nvSpPr>
            <p:spPr>
              <a:xfrm rot="2524200">
                <a:off x="12739680" y="-5457600"/>
                <a:ext cx="1450008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74" name="Group 69"/>
            <p:cNvGrpSpPr/>
            <p:nvPr/>
          </p:nvGrpSpPr>
          <p:grpSpPr>
            <a:xfrm>
              <a:off x="10707120" y="-9047880"/>
              <a:ext cx="16699680" cy="13974480"/>
              <a:chOff x="10707120" y="-9047880"/>
              <a:chExt cx="16699680" cy="13974480"/>
            </a:xfrm>
          </p:grpSpPr>
          <p:sp>
            <p:nvSpPr>
              <p:cNvPr id="375" name="Freeform 70"/>
              <p:cNvSpPr/>
              <p:nvPr/>
            </p:nvSpPr>
            <p:spPr>
              <a:xfrm rot="1662600">
                <a:off x="11673360" y="-5780160"/>
                <a:ext cx="14599800" cy="7757280"/>
              </a:xfrm>
              <a:custGeom>
                <a:avLst/>
                <a:gdLst>
                  <a:gd name="textAreaLeft" fmla="*/ 0 w 14599800"/>
                  <a:gd name="textAreaRight" fmla="*/ 14600160 w 14599800"/>
                  <a:gd name="textAreaTop" fmla="*/ 0 h 7757280"/>
                  <a:gd name="textAreaBottom" fmla="*/ 7757640 h 7757280"/>
                </a:gdLst>
                <a:ahLst/>
                <a:rect l="textAreaLeft" t="textAreaTop" r="textAreaRight" b="textAreaBottom"/>
                <a:pathLst>
                  <a:path w="2323556" h="1234580">
                    <a:moveTo>
                      <a:pt x="10357" y="0"/>
                    </a:moveTo>
                    <a:lnTo>
                      <a:pt x="2313200" y="0"/>
                    </a:lnTo>
                    <a:cubicBezTo>
                      <a:pt x="2315946" y="0"/>
                      <a:pt x="2318580" y="1091"/>
                      <a:pt x="2320523" y="3033"/>
                    </a:cubicBezTo>
                    <a:cubicBezTo>
                      <a:pt x="2322465" y="4976"/>
                      <a:pt x="2323556" y="7610"/>
                      <a:pt x="2323556" y="10357"/>
                    </a:cubicBezTo>
                    <a:lnTo>
                      <a:pt x="2323556" y="1224224"/>
                    </a:lnTo>
                    <a:cubicBezTo>
                      <a:pt x="2323556" y="1226971"/>
                      <a:pt x="2322465" y="1229605"/>
                      <a:pt x="2320523" y="1231547"/>
                    </a:cubicBezTo>
                    <a:cubicBezTo>
                      <a:pt x="2318580" y="1233489"/>
                      <a:pt x="2315946" y="1234580"/>
                      <a:pt x="2313200" y="1234580"/>
                    </a:cubicBezTo>
                    <a:lnTo>
                      <a:pt x="10357" y="1234580"/>
                    </a:lnTo>
                    <a:cubicBezTo>
                      <a:pt x="7610" y="1234580"/>
                      <a:pt x="4976" y="1233489"/>
                      <a:pt x="3033" y="1231547"/>
                    </a:cubicBezTo>
                    <a:cubicBezTo>
                      <a:pt x="1091" y="1229605"/>
                      <a:pt x="0" y="1226971"/>
                      <a:pt x="0" y="1224224"/>
                    </a:cubicBezTo>
                    <a:lnTo>
                      <a:pt x="0" y="10357"/>
                    </a:lnTo>
                    <a:cubicBezTo>
                      <a:pt x="0" y="7610"/>
                      <a:pt x="1091" y="4976"/>
                      <a:pt x="3033" y="3033"/>
                    </a:cubicBezTo>
                    <a:cubicBezTo>
                      <a:pt x="4976" y="1091"/>
                      <a:pt x="7610" y="0"/>
                      <a:pt x="10357"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76" name="TextBox 71"/>
              <p:cNvSpPr/>
              <p:nvPr/>
            </p:nvSpPr>
            <p:spPr>
              <a:xfrm rot="1662600">
                <a:off x="11756880" y="-6118560"/>
                <a:ext cx="1459980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77" name="Group 72"/>
            <p:cNvGrpSpPr/>
            <p:nvPr/>
          </p:nvGrpSpPr>
          <p:grpSpPr>
            <a:xfrm>
              <a:off x="13818240" y="-8925840"/>
              <a:ext cx="13740480" cy="17037000"/>
              <a:chOff x="13818240" y="-8925840"/>
              <a:chExt cx="13740480" cy="17037000"/>
            </a:xfrm>
          </p:grpSpPr>
          <p:sp>
            <p:nvSpPr>
              <p:cNvPr id="378" name="Freeform 73"/>
              <p:cNvSpPr/>
              <p:nvPr/>
            </p:nvSpPr>
            <p:spPr>
              <a:xfrm rot="3760800">
                <a:off x="12899520" y="-3936600"/>
                <a:ext cx="15258600" cy="7224120"/>
              </a:xfrm>
              <a:custGeom>
                <a:avLst/>
                <a:gdLst>
                  <a:gd name="textAreaLeft" fmla="*/ 0 w 15258600"/>
                  <a:gd name="textAreaRight" fmla="*/ 15258960 w 15258600"/>
                  <a:gd name="textAreaTop" fmla="*/ 0 h 7224120"/>
                  <a:gd name="textAreaBottom" fmla="*/ 7224480 h 7224120"/>
                </a:gdLst>
                <a:ahLst/>
                <a:rect l="textAreaLeft" t="textAreaTop" r="textAreaRight" b="textAreaBottom"/>
                <a:pathLst>
                  <a:path w="2428403" h="1149760">
                    <a:moveTo>
                      <a:pt x="9909" y="0"/>
                    </a:moveTo>
                    <a:lnTo>
                      <a:pt x="2418494" y="0"/>
                    </a:lnTo>
                    <a:cubicBezTo>
                      <a:pt x="2421122" y="0"/>
                      <a:pt x="2423643" y="1044"/>
                      <a:pt x="2425501" y="2902"/>
                    </a:cubicBezTo>
                    <a:cubicBezTo>
                      <a:pt x="2427359" y="4761"/>
                      <a:pt x="2428403" y="7281"/>
                      <a:pt x="2428403" y="9909"/>
                    </a:cubicBezTo>
                    <a:lnTo>
                      <a:pt x="2428403" y="1139851"/>
                    </a:lnTo>
                    <a:cubicBezTo>
                      <a:pt x="2428403" y="1142479"/>
                      <a:pt x="2427359" y="1145000"/>
                      <a:pt x="2425501" y="1146858"/>
                    </a:cubicBezTo>
                    <a:cubicBezTo>
                      <a:pt x="2423643" y="1148716"/>
                      <a:pt x="2421122" y="1149760"/>
                      <a:pt x="2418494" y="1149760"/>
                    </a:cubicBezTo>
                    <a:lnTo>
                      <a:pt x="9909" y="1149760"/>
                    </a:lnTo>
                    <a:cubicBezTo>
                      <a:pt x="7281" y="1149760"/>
                      <a:pt x="4761" y="1148716"/>
                      <a:pt x="2902" y="1146858"/>
                    </a:cubicBezTo>
                    <a:cubicBezTo>
                      <a:pt x="1044" y="1145000"/>
                      <a:pt x="0" y="1142479"/>
                      <a:pt x="0" y="113985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79" name="TextBox 74"/>
              <p:cNvSpPr/>
              <p:nvPr/>
            </p:nvSpPr>
            <p:spPr>
              <a:xfrm rot="3760800">
                <a:off x="13059000" y="-4198680"/>
                <a:ext cx="15258600" cy="75834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80" name="Group 75"/>
            <p:cNvGrpSpPr/>
            <p:nvPr/>
          </p:nvGrpSpPr>
          <p:grpSpPr>
            <a:xfrm>
              <a:off x="16490160" y="-9537480"/>
              <a:ext cx="10901160" cy="18201960"/>
              <a:chOff x="16490160" y="-9537480"/>
              <a:chExt cx="10901160" cy="18201960"/>
            </a:xfrm>
          </p:grpSpPr>
          <p:sp>
            <p:nvSpPr>
              <p:cNvPr id="381" name="Freeform 76"/>
              <p:cNvSpPr/>
              <p:nvPr/>
            </p:nvSpPr>
            <p:spPr>
              <a:xfrm rot="4726800">
                <a:off x="13253400" y="-4090320"/>
                <a:ext cx="17021880" cy="7377840"/>
              </a:xfrm>
              <a:custGeom>
                <a:avLst/>
                <a:gdLst>
                  <a:gd name="textAreaLeft" fmla="*/ 0 w 17021880"/>
                  <a:gd name="textAreaRight" fmla="*/ 17022240 w 17021880"/>
                  <a:gd name="textAreaTop" fmla="*/ 0 h 7377840"/>
                  <a:gd name="textAreaBottom" fmla="*/ 7378200 h 7377840"/>
                </a:gdLst>
                <a:ahLst/>
                <a:rect l="textAreaLeft" t="textAreaTop" r="textAreaRight" b="textAreaBottom"/>
                <a:pathLst>
                  <a:path w="2709012" h="1174200">
                    <a:moveTo>
                      <a:pt x="8883" y="0"/>
                    </a:moveTo>
                    <a:lnTo>
                      <a:pt x="2700129" y="0"/>
                    </a:lnTo>
                    <a:cubicBezTo>
                      <a:pt x="2702485" y="0"/>
                      <a:pt x="2704745" y="936"/>
                      <a:pt x="2706411" y="2602"/>
                    </a:cubicBezTo>
                    <a:cubicBezTo>
                      <a:pt x="2708077" y="4268"/>
                      <a:pt x="2709012" y="6527"/>
                      <a:pt x="2709012" y="8883"/>
                    </a:cubicBezTo>
                    <a:lnTo>
                      <a:pt x="2709012" y="1165317"/>
                    </a:lnTo>
                    <a:cubicBezTo>
                      <a:pt x="2709012" y="1167673"/>
                      <a:pt x="2708077" y="1169932"/>
                      <a:pt x="2706411" y="1171598"/>
                    </a:cubicBezTo>
                    <a:cubicBezTo>
                      <a:pt x="2704745" y="1173264"/>
                      <a:pt x="2702485" y="1174200"/>
                      <a:pt x="2700129" y="1174200"/>
                    </a:cubicBezTo>
                    <a:lnTo>
                      <a:pt x="8883" y="1174200"/>
                    </a:lnTo>
                    <a:cubicBezTo>
                      <a:pt x="6527" y="1174200"/>
                      <a:pt x="4268" y="1173264"/>
                      <a:pt x="2602" y="1171598"/>
                    </a:cubicBezTo>
                    <a:cubicBezTo>
                      <a:pt x="936" y="1169932"/>
                      <a:pt x="0" y="1167673"/>
                      <a:pt x="0" y="116531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82" name="TextBox 77"/>
              <p:cNvSpPr/>
              <p:nvPr/>
            </p:nvSpPr>
            <p:spPr>
              <a:xfrm rot="4726800">
                <a:off x="13429440" y="-4304880"/>
                <a:ext cx="17021880" cy="773712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grpSp>
        <p:nvGrpSpPr>
          <p:cNvPr id="383" name="Group 78"/>
          <p:cNvGrpSpPr/>
          <p:nvPr/>
        </p:nvGrpSpPr>
        <p:grpSpPr>
          <a:xfrm>
            <a:off x="10108080" y="-9384840"/>
            <a:ext cx="18135000" cy="18201960"/>
            <a:chOff x="10108080" y="-9384840"/>
            <a:chExt cx="18135000" cy="18201960"/>
          </a:xfrm>
        </p:grpSpPr>
        <p:grpSp>
          <p:nvGrpSpPr>
            <p:cNvPr id="384" name="Group 79"/>
            <p:cNvGrpSpPr/>
            <p:nvPr/>
          </p:nvGrpSpPr>
          <p:grpSpPr>
            <a:xfrm>
              <a:off x="10108080" y="-8893800"/>
              <a:ext cx="16630920" cy="13158000"/>
              <a:chOff x="10108080" y="-8893800"/>
              <a:chExt cx="16630920" cy="13158000"/>
            </a:xfrm>
          </p:grpSpPr>
          <p:sp>
            <p:nvSpPr>
              <p:cNvPr id="385" name="Freeform 80"/>
              <p:cNvSpPr/>
              <p:nvPr/>
            </p:nvSpPr>
            <p:spPr>
              <a:xfrm rot="1370400">
                <a:off x="11040120" y="-6027480"/>
                <a:ext cx="14627520" cy="7757280"/>
              </a:xfrm>
              <a:custGeom>
                <a:avLst/>
                <a:gdLst>
                  <a:gd name="textAreaLeft" fmla="*/ 0 w 14627520"/>
                  <a:gd name="textAreaRight" fmla="*/ 14627880 w 14627520"/>
                  <a:gd name="textAreaTop" fmla="*/ 0 h 7757280"/>
                  <a:gd name="textAreaBottom" fmla="*/ 7757640 h 7757280"/>
                </a:gdLst>
                <a:ahLst/>
                <a:rect l="textAreaLeft" t="textAreaTop" r="textAreaRight" b="textAreaBottom"/>
                <a:pathLst>
                  <a:path w="2327931" h="1234580">
                    <a:moveTo>
                      <a:pt x="10337" y="0"/>
                    </a:moveTo>
                    <a:lnTo>
                      <a:pt x="2317594" y="0"/>
                    </a:lnTo>
                    <a:cubicBezTo>
                      <a:pt x="2320336" y="0"/>
                      <a:pt x="2322965" y="1089"/>
                      <a:pt x="2324904" y="3028"/>
                    </a:cubicBezTo>
                    <a:cubicBezTo>
                      <a:pt x="2326842" y="4966"/>
                      <a:pt x="2327931" y="7596"/>
                      <a:pt x="2327931" y="10337"/>
                    </a:cubicBezTo>
                    <a:lnTo>
                      <a:pt x="2327931" y="1224243"/>
                    </a:lnTo>
                    <a:cubicBezTo>
                      <a:pt x="2327931" y="1226985"/>
                      <a:pt x="2326842" y="1229614"/>
                      <a:pt x="2324904" y="1231553"/>
                    </a:cubicBezTo>
                    <a:cubicBezTo>
                      <a:pt x="2322965" y="1233491"/>
                      <a:pt x="2320336" y="1234580"/>
                      <a:pt x="2317594" y="1234580"/>
                    </a:cubicBezTo>
                    <a:lnTo>
                      <a:pt x="10337" y="1234580"/>
                    </a:lnTo>
                    <a:cubicBezTo>
                      <a:pt x="7596" y="1234580"/>
                      <a:pt x="4966" y="1233491"/>
                      <a:pt x="3028" y="1231553"/>
                    </a:cubicBezTo>
                    <a:cubicBezTo>
                      <a:pt x="1089" y="1229614"/>
                      <a:pt x="0" y="1226985"/>
                      <a:pt x="0" y="1224243"/>
                    </a:cubicBezTo>
                    <a:lnTo>
                      <a:pt x="0" y="10337"/>
                    </a:lnTo>
                    <a:cubicBezTo>
                      <a:pt x="0" y="7596"/>
                      <a:pt x="1089" y="4966"/>
                      <a:pt x="3028" y="3028"/>
                    </a:cubicBezTo>
                    <a:cubicBezTo>
                      <a:pt x="4966" y="1089"/>
                      <a:pt x="7596" y="0"/>
                      <a:pt x="10337"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86" name="TextBox 81"/>
              <p:cNvSpPr/>
              <p:nvPr/>
            </p:nvSpPr>
            <p:spPr>
              <a:xfrm rot="1370400">
                <a:off x="11109600" y="-6373080"/>
                <a:ext cx="1462752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87" name="Group 82"/>
            <p:cNvGrpSpPr/>
            <p:nvPr/>
          </p:nvGrpSpPr>
          <p:grpSpPr>
            <a:xfrm>
              <a:off x="18353880" y="-7388640"/>
              <a:ext cx="1930680" cy="15774480"/>
              <a:chOff x="18353880" y="-7388640"/>
              <a:chExt cx="1930680" cy="15774480"/>
            </a:xfrm>
          </p:grpSpPr>
          <p:sp>
            <p:nvSpPr>
              <p:cNvPr id="388" name="Freeform 83"/>
              <p:cNvSpPr/>
              <p:nvPr/>
            </p:nvSpPr>
            <p:spPr>
              <a:xfrm rot="5308800">
                <a:off x="11251440" y="-65520"/>
                <a:ext cx="15750000" cy="1128240"/>
              </a:xfrm>
              <a:custGeom>
                <a:avLst/>
                <a:gdLst>
                  <a:gd name="textAreaLeft" fmla="*/ 0 w 15750000"/>
                  <a:gd name="textAreaRight" fmla="*/ 15750360 w 15750000"/>
                  <a:gd name="textAreaTop" fmla="*/ 0 h 1128240"/>
                  <a:gd name="textAreaBottom" fmla="*/ 1128600 h 1128240"/>
                </a:gdLst>
                <a:ahLst/>
                <a:rect l="textAreaLeft" t="textAreaTop" r="textAreaRight" b="textAreaBottom"/>
                <a:pathLst>
                  <a:path w="2061456" h="147697">
                    <a:moveTo>
                      <a:pt x="230188" y="0"/>
                    </a:moveTo>
                    <a:lnTo>
                      <a:pt x="2061456" y="0"/>
                    </a:lnTo>
                    <a:lnTo>
                      <a:pt x="1831268" y="147697"/>
                    </a:lnTo>
                    <a:lnTo>
                      <a:pt x="0" y="147697"/>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89" name="TextBox 84"/>
              <p:cNvSpPr/>
              <p:nvPr/>
            </p:nvSpPr>
            <p:spPr>
              <a:xfrm rot="5308800">
                <a:off x="13410360" y="-289440"/>
                <a:ext cx="11868480" cy="156492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90" name="Group 85"/>
            <p:cNvGrpSpPr/>
            <p:nvPr/>
          </p:nvGrpSpPr>
          <p:grpSpPr>
            <a:xfrm>
              <a:off x="12041280" y="-9117720"/>
              <a:ext cx="16201800" cy="15740640"/>
              <a:chOff x="12041280" y="-9117720"/>
              <a:chExt cx="16201800" cy="15740640"/>
            </a:xfrm>
          </p:grpSpPr>
          <p:sp>
            <p:nvSpPr>
              <p:cNvPr id="391" name="Freeform 86"/>
              <p:cNvSpPr/>
              <p:nvPr/>
            </p:nvSpPr>
            <p:spPr>
              <a:xfrm rot="2524200">
                <a:off x="12771720" y="-4992480"/>
                <a:ext cx="14500080" cy="7757280"/>
              </a:xfrm>
              <a:custGeom>
                <a:avLst/>
                <a:gdLst>
                  <a:gd name="textAreaLeft" fmla="*/ 0 w 14500080"/>
                  <a:gd name="textAreaRight" fmla="*/ 14500440 w 14500080"/>
                  <a:gd name="textAreaTop" fmla="*/ 0 h 7757280"/>
                  <a:gd name="textAreaBottom" fmla="*/ 7757640 h 7757280"/>
                </a:gdLst>
                <a:ahLst/>
                <a:rect l="textAreaLeft" t="textAreaTop" r="textAreaRight" b="textAreaBottom"/>
                <a:pathLst>
                  <a:path w="2307674" h="1234580">
                    <a:moveTo>
                      <a:pt x="10428" y="0"/>
                    </a:moveTo>
                    <a:lnTo>
                      <a:pt x="2297246" y="0"/>
                    </a:lnTo>
                    <a:cubicBezTo>
                      <a:pt x="2303006" y="0"/>
                      <a:pt x="2307674" y="4669"/>
                      <a:pt x="2307674" y="10428"/>
                    </a:cubicBezTo>
                    <a:lnTo>
                      <a:pt x="2307674" y="1224153"/>
                    </a:lnTo>
                    <a:cubicBezTo>
                      <a:pt x="2307674" y="1229912"/>
                      <a:pt x="2303006" y="1234580"/>
                      <a:pt x="2297246" y="1234580"/>
                    </a:cubicBezTo>
                    <a:lnTo>
                      <a:pt x="10428" y="1234580"/>
                    </a:lnTo>
                    <a:cubicBezTo>
                      <a:pt x="4669" y="1234580"/>
                      <a:pt x="0" y="1229912"/>
                      <a:pt x="0" y="1224153"/>
                    </a:cubicBezTo>
                    <a:lnTo>
                      <a:pt x="0" y="10428"/>
                    </a:lnTo>
                    <a:cubicBezTo>
                      <a:pt x="0" y="4669"/>
                      <a:pt x="4669" y="0"/>
                      <a:pt x="10428"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92" name="TextBox 87"/>
              <p:cNvSpPr/>
              <p:nvPr/>
            </p:nvSpPr>
            <p:spPr>
              <a:xfrm rot="2524200">
                <a:off x="12891960" y="-5305320"/>
                <a:ext cx="1450008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93" name="Group 88"/>
            <p:cNvGrpSpPr/>
            <p:nvPr/>
          </p:nvGrpSpPr>
          <p:grpSpPr>
            <a:xfrm>
              <a:off x="10859400" y="-8895600"/>
              <a:ext cx="16699680" cy="13974480"/>
              <a:chOff x="10859400" y="-8895600"/>
              <a:chExt cx="16699680" cy="13974480"/>
            </a:xfrm>
          </p:grpSpPr>
          <p:sp>
            <p:nvSpPr>
              <p:cNvPr id="394" name="Freeform 89"/>
              <p:cNvSpPr/>
              <p:nvPr/>
            </p:nvSpPr>
            <p:spPr>
              <a:xfrm rot="1662600">
                <a:off x="11825640" y="-5627880"/>
                <a:ext cx="14599800" cy="7757280"/>
              </a:xfrm>
              <a:custGeom>
                <a:avLst/>
                <a:gdLst>
                  <a:gd name="textAreaLeft" fmla="*/ 0 w 14599800"/>
                  <a:gd name="textAreaRight" fmla="*/ 14600160 w 14599800"/>
                  <a:gd name="textAreaTop" fmla="*/ 0 h 7757280"/>
                  <a:gd name="textAreaBottom" fmla="*/ 7757640 h 7757280"/>
                </a:gdLst>
                <a:ahLst/>
                <a:rect l="textAreaLeft" t="textAreaTop" r="textAreaRight" b="textAreaBottom"/>
                <a:pathLst>
                  <a:path w="2323556" h="1234580">
                    <a:moveTo>
                      <a:pt x="10357" y="0"/>
                    </a:moveTo>
                    <a:lnTo>
                      <a:pt x="2313200" y="0"/>
                    </a:lnTo>
                    <a:cubicBezTo>
                      <a:pt x="2315946" y="0"/>
                      <a:pt x="2318580" y="1091"/>
                      <a:pt x="2320523" y="3033"/>
                    </a:cubicBezTo>
                    <a:cubicBezTo>
                      <a:pt x="2322465" y="4976"/>
                      <a:pt x="2323556" y="7610"/>
                      <a:pt x="2323556" y="10357"/>
                    </a:cubicBezTo>
                    <a:lnTo>
                      <a:pt x="2323556" y="1224224"/>
                    </a:lnTo>
                    <a:cubicBezTo>
                      <a:pt x="2323556" y="1226971"/>
                      <a:pt x="2322465" y="1229605"/>
                      <a:pt x="2320523" y="1231547"/>
                    </a:cubicBezTo>
                    <a:cubicBezTo>
                      <a:pt x="2318580" y="1233489"/>
                      <a:pt x="2315946" y="1234580"/>
                      <a:pt x="2313200" y="1234580"/>
                    </a:cubicBezTo>
                    <a:lnTo>
                      <a:pt x="10357" y="1234580"/>
                    </a:lnTo>
                    <a:cubicBezTo>
                      <a:pt x="7610" y="1234580"/>
                      <a:pt x="4976" y="1233489"/>
                      <a:pt x="3033" y="1231547"/>
                    </a:cubicBezTo>
                    <a:cubicBezTo>
                      <a:pt x="1091" y="1229605"/>
                      <a:pt x="0" y="1226971"/>
                      <a:pt x="0" y="1224224"/>
                    </a:cubicBezTo>
                    <a:lnTo>
                      <a:pt x="0" y="10357"/>
                    </a:lnTo>
                    <a:cubicBezTo>
                      <a:pt x="0" y="7610"/>
                      <a:pt x="1091" y="4976"/>
                      <a:pt x="3033" y="3033"/>
                    </a:cubicBezTo>
                    <a:cubicBezTo>
                      <a:pt x="4976" y="1091"/>
                      <a:pt x="7610" y="0"/>
                      <a:pt x="10357"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95" name="TextBox 90"/>
              <p:cNvSpPr/>
              <p:nvPr/>
            </p:nvSpPr>
            <p:spPr>
              <a:xfrm rot="1662600">
                <a:off x="11909160" y="-5966280"/>
                <a:ext cx="1459980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96" name="Group 91"/>
            <p:cNvGrpSpPr/>
            <p:nvPr/>
          </p:nvGrpSpPr>
          <p:grpSpPr>
            <a:xfrm>
              <a:off x="13970520" y="-8773560"/>
              <a:ext cx="13740840" cy="17037000"/>
              <a:chOff x="13970520" y="-8773560"/>
              <a:chExt cx="13740840" cy="17037000"/>
            </a:xfrm>
          </p:grpSpPr>
          <p:sp>
            <p:nvSpPr>
              <p:cNvPr id="397" name="Freeform 92"/>
              <p:cNvSpPr/>
              <p:nvPr/>
            </p:nvSpPr>
            <p:spPr>
              <a:xfrm rot="3760800">
                <a:off x="13051800" y="-3784320"/>
                <a:ext cx="15258600" cy="7224120"/>
              </a:xfrm>
              <a:custGeom>
                <a:avLst/>
                <a:gdLst>
                  <a:gd name="textAreaLeft" fmla="*/ 0 w 15258600"/>
                  <a:gd name="textAreaRight" fmla="*/ 15258960 w 15258600"/>
                  <a:gd name="textAreaTop" fmla="*/ 0 h 7224120"/>
                  <a:gd name="textAreaBottom" fmla="*/ 7224480 h 7224120"/>
                </a:gdLst>
                <a:ahLst/>
                <a:rect l="textAreaLeft" t="textAreaTop" r="textAreaRight" b="textAreaBottom"/>
                <a:pathLst>
                  <a:path w="2428403" h="1149760">
                    <a:moveTo>
                      <a:pt x="9909" y="0"/>
                    </a:moveTo>
                    <a:lnTo>
                      <a:pt x="2418494" y="0"/>
                    </a:lnTo>
                    <a:cubicBezTo>
                      <a:pt x="2421122" y="0"/>
                      <a:pt x="2423643" y="1044"/>
                      <a:pt x="2425501" y="2902"/>
                    </a:cubicBezTo>
                    <a:cubicBezTo>
                      <a:pt x="2427359" y="4761"/>
                      <a:pt x="2428403" y="7281"/>
                      <a:pt x="2428403" y="9909"/>
                    </a:cubicBezTo>
                    <a:lnTo>
                      <a:pt x="2428403" y="1139851"/>
                    </a:lnTo>
                    <a:cubicBezTo>
                      <a:pt x="2428403" y="1142479"/>
                      <a:pt x="2427359" y="1145000"/>
                      <a:pt x="2425501" y="1146858"/>
                    </a:cubicBezTo>
                    <a:cubicBezTo>
                      <a:pt x="2423643" y="1148716"/>
                      <a:pt x="2421122" y="1149760"/>
                      <a:pt x="2418494" y="1149760"/>
                    </a:cubicBezTo>
                    <a:lnTo>
                      <a:pt x="9909" y="1149760"/>
                    </a:lnTo>
                    <a:cubicBezTo>
                      <a:pt x="7281" y="1149760"/>
                      <a:pt x="4761" y="1148716"/>
                      <a:pt x="2902" y="1146858"/>
                    </a:cubicBezTo>
                    <a:cubicBezTo>
                      <a:pt x="1044" y="1145000"/>
                      <a:pt x="0" y="1142479"/>
                      <a:pt x="0" y="113985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398" name="TextBox 93"/>
              <p:cNvSpPr/>
              <p:nvPr/>
            </p:nvSpPr>
            <p:spPr>
              <a:xfrm rot="3760800">
                <a:off x="13211640" y="-4046400"/>
                <a:ext cx="15258600" cy="75834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399" name="Group 94"/>
            <p:cNvGrpSpPr/>
            <p:nvPr/>
          </p:nvGrpSpPr>
          <p:grpSpPr>
            <a:xfrm>
              <a:off x="16642440" y="-9384840"/>
              <a:ext cx="10901160" cy="18201960"/>
              <a:chOff x="16642440" y="-9384840"/>
              <a:chExt cx="10901160" cy="18201960"/>
            </a:xfrm>
          </p:grpSpPr>
          <p:sp>
            <p:nvSpPr>
              <p:cNvPr id="400" name="Freeform 95"/>
              <p:cNvSpPr/>
              <p:nvPr/>
            </p:nvSpPr>
            <p:spPr>
              <a:xfrm rot="4726800">
                <a:off x="13406040" y="-3937680"/>
                <a:ext cx="17021880" cy="7377840"/>
              </a:xfrm>
              <a:custGeom>
                <a:avLst/>
                <a:gdLst>
                  <a:gd name="textAreaLeft" fmla="*/ 0 w 17021880"/>
                  <a:gd name="textAreaRight" fmla="*/ 17022240 w 17021880"/>
                  <a:gd name="textAreaTop" fmla="*/ 0 h 7377840"/>
                  <a:gd name="textAreaBottom" fmla="*/ 7378200 h 7377840"/>
                </a:gdLst>
                <a:ahLst/>
                <a:rect l="textAreaLeft" t="textAreaTop" r="textAreaRight" b="textAreaBottom"/>
                <a:pathLst>
                  <a:path w="2709012" h="1174200">
                    <a:moveTo>
                      <a:pt x="8883" y="0"/>
                    </a:moveTo>
                    <a:lnTo>
                      <a:pt x="2700129" y="0"/>
                    </a:lnTo>
                    <a:cubicBezTo>
                      <a:pt x="2702485" y="0"/>
                      <a:pt x="2704745" y="936"/>
                      <a:pt x="2706411" y="2602"/>
                    </a:cubicBezTo>
                    <a:cubicBezTo>
                      <a:pt x="2708077" y="4268"/>
                      <a:pt x="2709012" y="6527"/>
                      <a:pt x="2709012" y="8883"/>
                    </a:cubicBezTo>
                    <a:lnTo>
                      <a:pt x="2709012" y="1165317"/>
                    </a:lnTo>
                    <a:cubicBezTo>
                      <a:pt x="2709012" y="1167673"/>
                      <a:pt x="2708077" y="1169932"/>
                      <a:pt x="2706411" y="1171598"/>
                    </a:cubicBezTo>
                    <a:cubicBezTo>
                      <a:pt x="2704745" y="1173264"/>
                      <a:pt x="2702485" y="1174200"/>
                      <a:pt x="2700129" y="1174200"/>
                    </a:cubicBezTo>
                    <a:lnTo>
                      <a:pt x="8883" y="1174200"/>
                    </a:lnTo>
                    <a:cubicBezTo>
                      <a:pt x="6527" y="1174200"/>
                      <a:pt x="4268" y="1173264"/>
                      <a:pt x="2602" y="1171598"/>
                    </a:cubicBezTo>
                    <a:cubicBezTo>
                      <a:pt x="936" y="1169932"/>
                      <a:pt x="0" y="1167673"/>
                      <a:pt x="0" y="116531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01" name="TextBox 96"/>
              <p:cNvSpPr/>
              <p:nvPr/>
            </p:nvSpPr>
            <p:spPr>
              <a:xfrm rot="4726800">
                <a:off x="13581720" y="-4152240"/>
                <a:ext cx="17021880" cy="773712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sp>
        <p:nvSpPr>
          <p:cNvPr id="402" name="TextBox 97"/>
          <p:cNvSpPr/>
          <p:nvPr/>
        </p:nvSpPr>
        <p:spPr>
          <a:xfrm>
            <a:off x="11670840" y="6017400"/>
            <a:ext cx="2391120" cy="781560"/>
          </a:xfrm>
          <a:prstGeom prst="rect">
            <a:avLst/>
          </a:prstGeom>
          <a:noFill/>
          <a:ln w="0">
            <a:noFill/>
          </a:ln>
        </p:spPr>
        <p:style>
          <a:lnRef idx="0"/>
          <a:fillRef idx="0"/>
          <a:effectRef idx="0"/>
          <a:fontRef idx="minor"/>
        </p:style>
        <p:txBody>
          <a:bodyPr lIns="0" rIns="0" tIns="0" bIns="0" anchor="t">
            <a:spAutoFit/>
          </a:bodyPr>
          <a:p>
            <a:pPr algn="ctr" defTabSz="914400">
              <a:lnSpc>
                <a:spcPts val="3078"/>
              </a:lnSpc>
            </a:pPr>
            <a:r>
              <a:rPr b="1" lang="en-US" sz="2200" spc="-1" strike="noStrike">
                <a:solidFill>
                  <a:srgbClr val="000000"/>
                </a:solidFill>
                <a:latin typeface="Muli Bold"/>
                <a:ea typeface="Muli Bold"/>
              </a:rPr>
              <a:t>For Organizations</a:t>
            </a:r>
            <a:endParaRPr b="0" lang="en-IN" sz="2200" spc="-1" strike="noStrike">
              <a:solidFill>
                <a:srgbClr val="000000"/>
              </a:solidFill>
              <a:latin typeface="Arial"/>
            </a:endParaRPr>
          </a:p>
        </p:txBody>
      </p:sp>
      <p:grpSp>
        <p:nvGrpSpPr>
          <p:cNvPr id="403" name="Group 98"/>
          <p:cNvGrpSpPr/>
          <p:nvPr/>
        </p:nvGrpSpPr>
        <p:grpSpPr>
          <a:xfrm>
            <a:off x="10260360" y="-9232560"/>
            <a:ext cx="18135360" cy="18201960"/>
            <a:chOff x="10260360" y="-9232560"/>
            <a:chExt cx="18135360" cy="18201960"/>
          </a:xfrm>
        </p:grpSpPr>
        <p:grpSp>
          <p:nvGrpSpPr>
            <p:cNvPr id="404" name="Group 99"/>
            <p:cNvGrpSpPr/>
            <p:nvPr/>
          </p:nvGrpSpPr>
          <p:grpSpPr>
            <a:xfrm>
              <a:off x="10260360" y="-8741160"/>
              <a:ext cx="16630920" cy="13157640"/>
              <a:chOff x="10260360" y="-8741160"/>
              <a:chExt cx="16630920" cy="13157640"/>
            </a:xfrm>
          </p:grpSpPr>
          <p:sp>
            <p:nvSpPr>
              <p:cNvPr id="405" name="Freeform 100"/>
              <p:cNvSpPr/>
              <p:nvPr/>
            </p:nvSpPr>
            <p:spPr>
              <a:xfrm rot="1370400">
                <a:off x="11192400" y="-5875200"/>
                <a:ext cx="14627520" cy="7757280"/>
              </a:xfrm>
              <a:custGeom>
                <a:avLst/>
                <a:gdLst>
                  <a:gd name="textAreaLeft" fmla="*/ 0 w 14627520"/>
                  <a:gd name="textAreaRight" fmla="*/ 14627880 w 14627520"/>
                  <a:gd name="textAreaTop" fmla="*/ 0 h 7757280"/>
                  <a:gd name="textAreaBottom" fmla="*/ 7757640 h 7757280"/>
                </a:gdLst>
                <a:ahLst/>
                <a:rect l="textAreaLeft" t="textAreaTop" r="textAreaRight" b="textAreaBottom"/>
                <a:pathLst>
                  <a:path w="2327931" h="1234580">
                    <a:moveTo>
                      <a:pt x="10337" y="0"/>
                    </a:moveTo>
                    <a:lnTo>
                      <a:pt x="2317594" y="0"/>
                    </a:lnTo>
                    <a:cubicBezTo>
                      <a:pt x="2320336" y="0"/>
                      <a:pt x="2322965" y="1089"/>
                      <a:pt x="2324904" y="3028"/>
                    </a:cubicBezTo>
                    <a:cubicBezTo>
                      <a:pt x="2326842" y="4966"/>
                      <a:pt x="2327931" y="7596"/>
                      <a:pt x="2327931" y="10337"/>
                    </a:cubicBezTo>
                    <a:lnTo>
                      <a:pt x="2327931" y="1224243"/>
                    </a:lnTo>
                    <a:cubicBezTo>
                      <a:pt x="2327931" y="1226985"/>
                      <a:pt x="2326842" y="1229614"/>
                      <a:pt x="2324904" y="1231553"/>
                    </a:cubicBezTo>
                    <a:cubicBezTo>
                      <a:pt x="2322965" y="1233491"/>
                      <a:pt x="2320336" y="1234580"/>
                      <a:pt x="2317594" y="1234580"/>
                    </a:cubicBezTo>
                    <a:lnTo>
                      <a:pt x="10337" y="1234580"/>
                    </a:lnTo>
                    <a:cubicBezTo>
                      <a:pt x="7596" y="1234580"/>
                      <a:pt x="4966" y="1233491"/>
                      <a:pt x="3028" y="1231553"/>
                    </a:cubicBezTo>
                    <a:cubicBezTo>
                      <a:pt x="1089" y="1229614"/>
                      <a:pt x="0" y="1226985"/>
                      <a:pt x="0" y="1224243"/>
                    </a:cubicBezTo>
                    <a:lnTo>
                      <a:pt x="0" y="10337"/>
                    </a:lnTo>
                    <a:cubicBezTo>
                      <a:pt x="0" y="7596"/>
                      <a:pt x="1089" y="4966"/>
                      <a:pt x="3028" y="3028"/>
                    </a:cubicBezTo>
                    <a:cubicBezTo>
                      <a:pt x="4966" y="1089"/>
                      <a:pt x="7596" y="0"/>
                      <a:pt x="10337"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06" name="TextBox 101"/>
              <p:cNvSpPr/>
              <p:nvPr/>
            </p:nvSpPr>
            <p:spPr>
              <a:xfrm rot="1370400">
                <a:off x="11261880" y="-6220440"/>
                <a:ext cx="1462752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407" name="Group 102"/>
            <p:cNvGrpSpPr/>
            <p:nvPr/>
          </p:nvGrpSpPr>
          <p:grpSpPr>
            <a:xfrm>
              <a:off x="18506160" y="-7236360"/>
              <a:ext cx="1930680" cy="15774480"/>
              <a:chOff x="18506160" y="-7236360"/>
              <a:chExt cx="1930680" cy="15774480"/>
            </a:xfrm>
          </p:grpSpPr>
          <p:sp>
            <p:nvSpPr>
              <p:cNvPr id="408" name="Freeform 103"/>
              <p:cNvSpPr/>
              <p:nvPr/>
            </p:nvSpPr>
            <p:spPr>
              <a:xfrm rot="5308800">
                <a:off x="11403720" y="86400"/>
                <a:ext cx="15750000" cy="1128240"/>
              </a:xfrm>
              <a:custGeom>
                <a:avLst/>
                <a:gdLst>
                  <a:gd name="textAreaLeft" fmla="*/ 0 w 15750000"/>
                  <a:gd name="textAreaRight" fmla="*/ 15750360 w 15750000"/>
                  <a:gd name="textAreaTop" fmla="*/ 0 h 1128240"/>
                  <a:gd name="textAreaBottom" fmla="*/ 1128600 h 1128240"/>
                </a:gdLst>
                <a:ahLst/>
                <a:rect l="textAreaLeft" t="textAreaTop" r="textAreaRight" b="textAreaBottom"/>
                <a:pathLst>
                  <a:path w="2061456" h="147697">
                    <a:moveTo>
                      <a:pt x="230188" y="0"/>
                    </a:moveTo>
                    <a:lnTo>
                      <a:pt x="2061456" y="0"/>
                    </a:lnTo>
                    <a:lnTo>
                      <a:pt x="1831268" y="147697"/>
                    </a:lnTo>
                    <a:lnTo>
                      <a:pt x="0" y="147697"/>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09" name="TextBox 104"/>
              <p:cNvSpPr/>
              <p:nvPr/>
            </p:nvSpPr>
            <p:spPr>
              <a:xfrm rot="5308800">
                <a:off x="13562640" y="-137160"/>
                <a:ext cx="11868480" cy="156492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410" name="Group 105"/>
            <p:cNvGrpSpPr/>
            <p:nvPr/>
          </p:nvGrpSpPr>
          <p:grpSpPr>
            <a:xfrm>
              <a:off x="12193560" y="-8965080"/>
              <a:ext cx="16202160" cy="15740640"/>
              <a:chOff x="12193560" y="-8965080"/>
              <a:chExt cx="16202160" cy="15740640"/>
            </a:xfrm>
          </p:grpSpPr>
          <p:sp>
            <p:nvSpPr>
              <p:cNvPr id="411" name="Freeform 106"/>
              <p:cNvSpPr/>
              <p:nvPr/>
            </p:nvSpPr>
            <p:spPr>
              <a:xfrm rot="2524200">
                <a:off x="12924000" y="-4840200"/>
                <a:ext cx="14500080" cy="7757280"/>
              </a:xfrm>
              <a:custGeom>
                <a:avLst/>
                <a:gdLst>
                  <a:gd name="textAreaLeft" fmla="*/ 0 w 14500080"/>
                  <a:gd name="textAreaRight" fmla="*/ 14500440 w 14500080"/>
                  <a:gd name="textAreaTop" fmla="*/ 0 h 7757280"/>
                  <a:gd name="textAreaBottom" fmla="*/ 7757640 h 7757280"/>
                </a:gdLst>
                <a:ahLst/>
                <a:rect l="textAreaLeft" t="textAreaTop" r="textAreaRight" b="textAreaBottom"/>
                <a:pathLst>
                  <a:path w="2307674" h="1234580">
                    <a:moveTo>
                      <a:pt x="10428" y="0"/>
                    </a:moveTo>
                    <a:lnTo>
                      <a:pt x="2297246" y="0"/>
                    </a:lnTo>
                    <a:cubicBezTo>
                      <a:pt x="2303006" y="0"/>
                      <a:pt x="2307674" y="4669"/>
                      <a:pt x="2307674" y="10428"/>
                    </a:cubicBezTo>
                    <a:lnTo>
                      <a:pt x="2307674" y="1224153"/>
                    </a:lnTo>
                    <a:cubicBezTo>
                      <a:pt x="2307674" y="1229912"/>
                      <a:pt x="2303006" y="1234580"/>
                      <a:pt x="2297246" y="1234580"/>
                    </a:cubicBezTo>
                    <a:lnTo>
                      <a:pt x="10428" y="1234580"/>
                    </a:lnTo>
                    <a:cubicBezTo>
                      <a:pt x="4669" y="1234580"/>
                      <a:pt x="0" y="1229912"/>
                      <a:pt x="0" y="1224153"/>
                    </a:cubicBezTo>
                    <a:lnTo>
                      <a:pt x="0" y="10428"/>
                    </a:lnTo>
                    <a:cubicBezTo>
                      <a:pt x="0" y="4669"/>
                      <a:pt x="4669" y="0"/>
                      <a:pt x="10428"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12" name="TextBox 107"/>
              <p:cNvSpPr/>
              <p:nvPr/>
            </p:nvSpPr>
            <p:spPr>
              <a:xfrm rot="2524200">
                <a:off x="13044600" y="-5152680"/>
                <a:ext cx="1450008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413" name="Group 108"/>
            <p:cNvGrpSpPr/>
            <p:nvPr/>
          </p:nvGrpSpPr>
          <p:grpSpPr>
            <a:xfrm>
              <a:off x="11012040" y="-8743320"/>
              <a:ext cx="16699320" cy="13974480"/>
              <a:chOff x="11012040" y="-8743320"/>
              <a:chExt cx="16699320" cy="13974480"/>
            </a:xfrm>
          </p:grpSpPr>
          <p:sp>
            <p:nvSpPr>
              <p:cNvPr id="414" name="Freeform 109"/>
              <p:cNvSpPr/>
              <p:nvPr/>
            </p:nvSpPr>
            <p:spPr>
              <a:xfrm rot="1662600">
                <a:off x="11978280" y="-5475600"/>
                <a:ext cx="14599800" cy="7757280"/>
              </a:xfrm>
              <a:custGeom>
                <a:avLst/>
                <a:gdLst>
                  <a:gd name="textAreaLeft" fmla="*/ 0 w 14599800"/>
                  <a:gd name="textAreaRight" fmla="*/ 14600160 w 14599800"/>
                  <a:gd name="textAreaTop" fmla="*/ 0 h 7757280"/>
                  <a:gd name="textAreaBottom" fmla="*/ 7757640 h 7757280"/>
                </a:gdLst>
                <a:ahLst/>
                <a:rect l="textAreaLeft" t="textAreaTop" r="textAreaRight" b="textAreaBottom"/>
                <a:pathLst>
                  <a:path w="2323556" h="1234580">
                    <a:moveTo>
                      <a:pt x="10357" y="0"/>
                    </a:moveTo>
                    <a:lnTo>
                      <a:pt x="2313200" y="0"/>
                    </a:lnTo>
                    <a:cubicBezTo>
                      <a:pt x="2315946" y="0"/>
                      <a:pt x="2318580" y="1091"/>
                      <a:pt x="2320523" y="3033"/>
                    </a:cubicBezTo>
                    <a:cubicBezTo>
                      <a:pt x="2322465" y="4976"/>
                      <a:pt x="2323556" y="7610"/>
                      <a:pt x="2323556" y="10357"/>
                    </a:cubicBezTo>
                    <a:lnTo>
                      <a:pt x="2323556" y="1224224"/>
                    </a:lnTo>
                    <a:cubicBezTo>
                      <a:pt x="2323556" y="1226971"/>
                      <a:pt x="2322465" y="1229605"/>
                      <a:pt x="2320523" y="1231547"/>
                    </a:cubicBezTo>
                    <a:cubicBezTo>
                      <a:pt x="2318580" y="1233489"/>
                      <a:pt x="2315946" y="1234580"/>
                      <a:pt x="2313200" y="1234580"/>
                    </a:cubicBezTo>
                    <a:lnTo>
                      <a:pt x="10357" y="1234580"/>
                    </a:lnTo>
                    <a:cubicBezTo>
                      <a:pt x="7610" y="1234580"/>
                      <a:pt x="4976" y="1233489"/>
                      <a:pt x="3033" y="1231547"/>
                    </a:cubicBezTo>
                    <a:cubicBezTo>
                      <a:pt x="1091" y="1229605"/>
                      <a:pt x="0" y="1226971"/>
                      <a:pt x="0" y="1224224"/>
                    </a:cubicBezTo>
                    <a:lnTo>
                      <a:pt x="0" y="10357"/>
                    </a:lnTo>
                    <a:cubicBezTo>
                      <a:pt x="0" y="7610"/>
                      <a:pt x="1091" y="4976"/>
                      <a:pt x="3033" y="3033"/>
                    </a:cubicBezTo>
                    <a:cubicBezTo>
                      <a:pt x="4976" y="1091"/>
                      <a:pt x="7610" y="0"/>
                      <a:pt x="10357"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15" name="TextBox 110"/>
              <p:cNvSpPr/>
              <p:nvPr/>
            </p:nvSpPr>
            <p:spPr>
              <a:xfrm rot="1662600">
                <a:off x="12061440" y="-5814000"/>
                <a:ext cx="14599800" cy="81162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416" name="Group 111"/>
            <p:cNvGrpSpPr/>
            <p:nvPr/>
          </p:nvGrpSpPr>
          <p:grpSpPr>
            <a:xfrm>
              <a:off x="14123160" y="-8620920"/>
              <a:ext cx="13740480" cy="17037000"/>
              <a:chOff x="14123160" y="-8620920"/>
              <a:chExt cx="13740480" cy="17037000"/>
            </a:xfrm>
          </p:grpSpPr>
          <p:sp>
            <p:nvSpPr>
              <p:cNvPr id="417" name="Freeform 112"/>
              <p:cNvSpPr/>
              <p:nvPr/>
            </p:nvSpPr>
            <p:spPr>
              <a:xfrm rot="3760800">
                <a:off x="13204440" y="-3631680"/>
                <a:ext cx="15258600" cy="7224120"/>
              </a:xfrm>
              <a:custGeom>
                <a:avLst/>
                <a:gdLst>
                  <a:gd name="textAreaLeft" fmla="*/ 0 w 15258600"/>
                  <a:gd name="textAreaRight" fmla="*/ 15258960 w 15258600"/>
                  <a:gd name="textAreaTop" fmla="*/ 0 h 7224120"/>
                  <a:gd name="textAreaBottom" fmla="*/ 7224480 h 7224120"/>
                </a:gdLst>
                <a:ahLst/>
                <a:rect l="textAreaLeft" t="textAreaTop" r="textAreaRight" b="textAreaBottom"/>
                <a:pathLst>
                  <a:path w="2428403" h="1149760">
                    <a:moveTo>
                      <a:pt x="9909" y="0"/>
                    </a:moveTo>
                    <a:lnTo>
                      <a:pt x="2418494" y="0"/>
                    </a:lnTo>
                    <a:cubicBezTo>
                      <a:pt x="2421122" y="0"/>
                      <a:pt x="2423643" y="1044"/>
                      <a:pt x="2425501" y="2902"/>
                    </a:cubicBezTo>
                    <a:cubicBezTo>
                      <a:pt x="2427359" y="4761"/>
                      <a:pt x="2428403" y="7281"/>
                      <a:pt x="2428403" y="9909"/>
                    </a:cubicBezTo>
                    <a:lnTo>
                      <a:pt x="2428403" y="1139851"/>
                    </a:lnTo>
                    <a:cubicBezTo>
                      <a:pt x="2428403" y="1142479"/>
                      <a:pt x="2427359" y="1145000"/>
                      <a:pt x="2425501" y="1146858"/>
                    </a:cubicBezTo>
                    <a:cubicBezTo>
                      <a:pt x="2423643" y="1148716"/>
                      <a:pt x="2421122" y="1149760"/>
                      <a:pt x="2418494" y="1149760"/>
                    </a:cubicBezTo>
                    <a:lnTo>
                      <a:pt x="9909" y="1149760"/>
                    </a:lnTo>
                    <a:cubicBezTo>
                      <a:pt x="7281" y="1149760"/>
                      <a:pt x="4761" y="1148716"/>
                      <a:pt x="2902" y="1146858"/>
                    </a:cubicBezTo>
                    <a:cubicBezTo>
                      <a:pt x="1044" y="1145000"/>
                      <a:pt x="0" y="1142479"/>
                      <a:pt x="0" y="1139851"/>
                    </a:cubicBezTo>
                    <a:lnTo>
                      <a:pt x="0" y="9909"/>
                    </a:lnTo>
                    <a:cubicBezTo>
                      <a:pt x="0" y="7281"/>
                      <a:pt x="1044" y="4761"/>
                      <a:pt x="2902" y="2902"/>
                    </a:cubicBezTo>
                    <a:cubicBezTo>
                      <a:pt x="4761" y="1044"/>
                      <a:pt x="7281" y="0"/>
                      <a:pt x="9909"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18" name="TextBox 113"/>
              <p:cNvSpPr/>
              <p:nvPr/>
            </p:nvSpPr>
            <p:spPr>
              <a:xfrm rot="3760800">
                <a:off x="13363920" y="-3893760"/>
                <a:ext cx="15258600" cy="758340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nvGrpSpPr>
            <p:cNvPr id="419" name="Group 114"/>
            <p:cNvGrpSpPr/>
            <p:nvPr/>
          </p:nvGrpSpPr>
          <p:grpSpPr>
            <a:xfrm>
              <a:off x="16795080" y="-9232560"/>
              <a:ext cx="10901160" cy="18201960"/>
              <a:chOff x="16795080" y="-9232560"/>
              <a:chExt cx="10901160" cy="18201960"/>
            </a:xfrm>
          </p:grpSpPr>
          <p:sp>
            <p:nvSpPr>
              <p:cNvPr id="420" name="Freeform 115"/>
              <p:cNvSpPr/>
              <p:nvPr/>
            </p:nvSpPr>
            <p:spPr>
              <a:xfrm rot="4726800">
                <a:off x="13558320" y="-3785400"/>
                <a:ext cx="17021880" cy="7377840"/>
              </a:xfrm>
              <a:custGeom>
                <a:avLst/>
                <a:gdLst>
                  <a:gd name="textAreaLeft" fmla="*/ 0 w 17021880"/>
                  <a:gd name="textAreaRight" fmla="*/ 17022240 w 17021880"/>
                  <a:gd name="textAreaTop" fmla="*/ 0 h 7377840"/>
                  <a:gd name="textAreaBottom" fmla="*/ 7378200 h 7377840"/>
                </a:gdLst>
                <a:ahLst/>
                <a:rect l="textAreaLeft" t="textAreaTop" r="textAreaRight" b="textAreaBottom"/>
                <a:pathLst>
                  <a:path w="2709012" h="1174200">
                    <a:moveTo>
                      <a:pt x="8883" y="0"/>
                    </a:moveTo>
                    <a:lnTo>
                      <a:pt x="2700129" y="0"/>
                    </a:lnTo>
                    <a:cubicBezTo>
                      <a:pt x="2702485" y="0"/>
                      <a:pt x="2704745" y="936"/>
                      <a:pt x="2706411" y="2602"/>
                    </a:cubicBezTo>
                    <a:cubicBezTo>
                      <a:pt x="2708077" y="4268"/>
                      <a:pt x="2709012" y="6527"/>
                      <a:pt x="2709012" y="8883"/>
                    </a:cubicBezTo>
                    <a:lnTo>
                      <a:pt x="2709012" y="1165317"/>
                    </a:lnTo>
                    <a:cubicBezTo>
                      <a:pt x="2709012" y="1167673"/>
                      <a:pt x="2708077" y="1169932"/>
                      <a:pt x="2706411" y="1171598"/>
                    </a:cubicBezTo>
                    <a:cubicBezTo>
                      <a:pt x="2704745" y="1173264"/>
                      <a:pt x="2702485" y="1174200"/>
                      <a:pt x="2700129" y="1174200"/>
                    </a:cubicBezTo>
                    <a:lnTo>
                      <a:pt x="8883" y="1174200"/>
                    </a:lnTo>
                    <a:cubicBezTo>
                      <a:pt x="6527" y="1174200"/>
                      <a:pt x="4268" y="1173264"/>
                      <a:pt x="2602" y="1171598"/>
                    </a:cubicBezTo>
                    <a:cubicBezTo>
                      <a:pt x="936" y="1169932"/>
                      <a:pt x="0" y="1167673"/>
                      <a:pt x="0" y="1165317"/>
                    </a:cubicBezTo>
                    <a:lnTo>
                      <a:pt x="0" y="8883"/>
                    </a:lnTo>
                    <a:cubicBezTo>
                      <a:pt x="0" y="6527"/>
                      <a:pt x="936" y="4268"/>
                      <a:pt x="2602" y="2602"/>
                    </a:cubicBezTo>
                    <a:cubicBezTo>
                      <a:pt x="4268" y="936"/>
                      <a:pt x="6527" y="0"/>
                      <a:pt x="8883"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21" name="TextBox 116"/>
              <p:cNvSpPr/>
              <p:nvPr/>
            </p:nvSpPr>
            <p:spPr>
              <a:xfrm rot="4726800">
                <a:off x="13734360" y="-3999960"/>
                <a:ext cx="17021880" cy="7737120"/>
              </a:xfrm>
              <a:prstGeom prst="rect">
                <a:avLst/>
              </a:prstGeom>
              <a:noFill/>
              <a:ln w="0">
                <a:noFill/>
              </a:ln>
            </p:spPr>
            <p:style>
              <a:lnRef idx="0"/>
              <a:fillRef idx="0"/>
              <a:effectRef idx="0"/>
              <a:fontRef idx="minor"/>
            </p:style>
            <p:txBody>
              <a:bodyPr lIns="65520" rIns="65520" tIns="65520" bIns="65520" anchor="ctr">
                <a:noAutofit/>
              </a:bodyPr>
              <a:p>
                <a:pPr algn="ctr" defTabSz="914400">
                  <a:lnSpc>
                    <a:spcPts val="4144"/>
                  </a:lnSpc>
                </a:pPr>
                <a:endParaRPr b="0" lang="en-US" sz="1800" spc="-1" strike="noStrike">
                  <a:solidFill>
                    <a:schemeClr val="dk1"/>
                  </a:solidFill>
                  <a:latin typeface="Calibri"/>
                </a:endParaRPr>
              </a:p>
            </p:txBody>
          </p:sp>
        </p:grpSp>
      </p:grpSp>
      <p:sp>
        <p:nvSpPr>
          <p:cNvPr id="422" name="TextBox 117"/>
          <p:cNvSpPr/>
          <p:nvPr/>
        </p:nvSpPr>
        <p:spPr>
          <a:xfrm>
            <a:off x="11111400" y="6864120"/>
            <a:ext cx="3317040" cy="852840"/>
          </a:xfrm>
          <a:prstGeom prst="rect">
            <a:avLst/>
          </a:prstGeom>
          <a:noFill/>
          <a:ln w="0">
            <a:noFill/>
          </a:ln>
        </p:spPr>
        <p:style>
          <a:lnRef idx="0"/>
          <a:fillRef idx="0"/>
          <a:effectRef idx="0"/>
          <a:fontRef idx="minor"/>
        </p:style>
        <p:txBody>
          <a:bodyPr lIns="0" rIns="0" tIns="0" bIns="0" anchor="t">
            <a:spAutoFit/>
          </a:bodyPr>
          <a:p>
            <a:pPr algn="ctr" defTabSz="914400">
              <a:lnSpc>
                <a:spcPts val="2239"/>
              </a:lnSpc>
            </a:pPr>
            <a:r>
              <a:rPr b="0" lang="en-US" sz="1600" spc="-1" strike="noStrike">
                <a:solidFill>
                  <a:srgbClr val="000000"/>
                </a:solidFill>
                <a:latin typeface="Muli"/>
                <a:ea typeface="Muli"/>
              </a:rPr>
              <a:t>Centralized records, audit trail, faster reporting and scalable monitoring.</a:t>
            </a:r>
            <a:endParaRPr b="0" lang="en-IN" sz="1600" spc="-1" strike="noStrike">
              <a:solidFill>
                <a:srgbClr val="000000"/>
              </a:solidFill>
              <a:latin typeface="Arial"/>
            </a:endParaRPr>
          </a:p>
        </p:txBody>
      </p:sp>
      <p:sp>
        <p:nvSpPr>
          <p:cNvPr id="423" name="TextBox 118"/>
          <p:cNvSpPr/>
          <p:nvPr/>
        </p:nvSpPr>
        <p:spPr>
          <a:xfrm>
            <a:off x="491400" y="9426960"/>
            <a:ext cx="7840800" cy="33732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SMART INDIA HACKATHON 2026 • SIH26095 • Smart Automation 05</a:t>
            </a:r>
            <a:endParaRPr b="0" lang="en-IN"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cfe"/>
        </a:solidFill>
      </p:bgPr>
    </p:bg>
    <p:spTree>
      <p:nvGrpSpPr>
        <p:cNvPr id="1" name=""/>
        <p:cNvGrpSpPr/>
        <p:nvPr/>
      </p:nvGrpSpPr>
      <p:grpSpPr>
        <a:xfrm>
          <a:off x="0" y="0"/>
          <a:ext cx="0" cy="0"/>
          <a:chOff x="0" y="0"/>
          <a:chExt cx="0" cy="0"/>
        </a:xfrm>
      </p:grpSpPr>
      <p:grpSp>
        <p:nvGrpSpPr>
          <p:cNvPr id="424" name="Group 2"/>
          <p:cNvGrpSpPr/>
          <p:nvPr/>
        </p:nvGrpSpPr>
        <p:grpSpPr>
          <a:xfrm>
            <a:off x="-8409240" y="-6845760"/>
            <a:ext cx="14117400" cy="14452920"/>
            <a:chOff x="-8409240" y="-6845760"/>
            <a:chExt cx="14117400" cy="14452920"/>
          </a:xfrm>
        </p:grpSpPr>
        <p:grpSp>
          <p:nvGrpSpPr>
            <p:cNvPr id="425" name="Group 3"/>
            <p:cNvGrpSpPr/>
            <p:nvPr/>
          </p:nvGrpSpPr>
          <p:grpSpPr>
            <a:xfrm>
              <a:off x="-8028360" y="-5670000"/>
              <a:ext cx="10280880" cy="13277160"/>
              <a:chOff x="-8028360" y="-5670000"/>
              <a:chExt cx="10280880" cy="13277160"/>
            </a:xfrm>
          </p:grpSpPr>
          <p:sp>
            <p:nvSpPr>
              <p:cNvPr id="426" name="Freeform 4"/>
              <p:cNvSpPr/>
              <p:nvPr/>
            </p:nvSpPr>
            <p:spPr>
              <a:xfrm rot="17570400">
                <a:off x="-8703360" y="-19951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27" name="TextBox 5"/>
              <p:cNvSpPr/>
              <p:nvPr/>
            </p:nvSpPr>
            <p:spPr>
              <a:xfrm rot="17570400">
                <a:off x="-8788680" y="-21236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28" name="Group 6"/>
            <p:cNvGrpSpPr/>
            <p:nvPr/>
          </p:nvGrpSpPr>
          <p:grpSpPr>
            <a:xfrm>
              <a:off x="-6855480" y="-418320"/>
              <a:ext cx="12201480" cy="1422720"/>
              <a:chOff x="-6855480" y="-418320"/>
              <a:chExt cx="12201480" cy="1422720"/>
            </a:xfrm>
          </p:grpSpPr>
          <p:sp>
            <p:nvSpPr>
              <p:cNvPr id="429" name="Freeform 7"/>
              <p:cNvSpPr/>
              <p:nvPr/>
            </p:nvSpPr>
            <p:spPr>
              <a:xfrm rot="21508800">
                <a:off x="-6845400" y="-71640"/>
                <a:ext cx="12181680" cy="914760"/>
              </a:xfrm>
              <a:custGeom>
                <a:avLst/>
                <a:gdLst>
                  <a:gd name="textAreaLeft" fmla="*/ 0 w 12181680"/>
                  <a:gd name="textAreaRight" fmla="*/ 12182040 w 12181680"/>
                  <a:gd name="textAreaTop" fmla="*/ 0 h 914760"/>
                  <a:gd name="textAreaBottom" fmla="*/ 915120 h 91476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30" name="TextBox 8"/>
              <p:cNvSpPr/>
              <p:nvPr/>
            </p:nvSpPr>
            <p:spPr>
              <a:xfrm rot="21508800">
                <a:off x="-5347080" y="-296640"/>
                <a:ext cx="9179640" cy="11397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31" name="Group 9"/>
            <p:cNvGrpSpPr/>
            <p:nvPr/>
          </p:nvGrpSpPr>
          <p:grpSpPr>
            <a:xfrm>
              <a:off x="-8319960" y="-6845760"/>
              <a:ext cx="12498840" cy="12904920"/>
              <a:chOff x="-8319960" y="-6845760"/>
              <a:chExt cx="12498840" cy="12904920"/>
            </a:xfrm>
          </p:grpSpPr>
          <p:sp>
            <p:nvSpPr>
              <p:cNvPr id="432" name="Freeform 10"/>
              <p:cNvSpPr/>
              <p:nvPr/>
            </p:nvSpPr>
            <p:spPr>
              <a:xfrm rot="18724200">
                <a:off x="-7902360" y="-333108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33" name="TextBox 11"/>
              <p:cNvSpPr/>
              <p:nvPr/>
            </p:nvSpPr>
            <p:spPr>
              <a:xfrm rot="18724200">
                <a:off x="-7971120" y="-348552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34" name="Group 12"/>
            <p:cNvGrpSpPr/>
            <p:nvPr/>
          </p:nvGrpSpPr>
          <p:grpSpPr>
            <a:xfrm>
              <a:off x="-8056800" y="-6318720"/>
              <a:ext cx="10963080" cy="13323960"/>
              <a:chOff x="-8056800" y="-6318720"/>
              <a:chExt cx="10963080" cy="13323960"/>
            </a:xfrm>
          </p:grpSpPr>
          <p:sp>
            <p:nvSpPr>
              <p:cNvPr id="435" name="Freeform 13"/>
              <p:cNvSpPr/>
              <p:nvPr/>
            </p:nvSpPr>
            <p:spPr>
              <a:xfrm rot="17862600">
                <a:off x="-8393760" y="-26136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36" name="TextBox 14"/>
              <p:cNvSpPr/>
              <p:nvPr/>
            </p:nvSpPr>
            <p:spPr>
              <a:xfrm rot="17862600">
                <a:off x="-8475840" y="-27489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37" name="Group 15"/>
            <p:cNvGrpSpPr/>
            <p:nvPr/>
          </p:nvGrpSpPr>
          <p:grpSpPr>
            <a:xfrm>
              <a:off x="-7977960" y="-6397560"/>
              <a:ext cx="13323600" cy="10911600"/>
              <a:chOff x="-7977960" y="-6397560"/>
              <a:chExt cx="13323600" cy="10911600"/>
            </a:xfrm>
          </p:grpSpPr>
          <p:sp>
            <p:nvSpPr>
              <p:cNvPr id="438" name="Freeform 16"/>
              <p:cNvSpPr/>
              <p:nvPr/>
            </p:nvSpPr>
            <p:spPr>
              <a:xfrm rot="19960800">
                <a:off x="-7174080" y="-38592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39" name="TextBox 17"/>
              <p:cNvSpPr/>
              <p:nvPr/>
            </p:nvSpPr>
            <p:spPr>
              <a:xfrm rot="19960800">
                <a:off x="-7216560" y="-40338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40" name="Group 18"/>
            <p:cNvGrpSpPr/>
            <p:nvPr/>
          </p:nvGrpSpPr>
          <p:grpSpPr>
            <a:xfrm>
              <a:off x="-8409240" y="-6253920"/>
              <a:ext cx="14117400" cy="8628480"/>
              <a:chOff x="-8409240" y="-6253920"/>
              <a:chExt cx="14117400" cy="8628480"/>
            </a:xfrm>
          </p:grpSpPr>
          <p:sp>
            <p:nvSpPr>
              <p:cNvPr id="441" name="Freeform 19"/>
              <p:cNvSpPr/>
              <p:nvPr/>
            </p:nvSpPr>
            <p:spPr>
              <a:xfrm rot="20926800">
                <a:off x="-7915320" y="-4848480"/>
                <a:ext cx="13165560" cy="5999760"/>
              </a:xfrm>
              <a:custGeom>
                <a:avLst/>
                <a:gdLst>
                  <a:gd name="textAreaLeft" fmla="*/ 0 w 13165560"/>
                  <a:gd name="textAreaRight" fmla="*/ 13165920 w 13165560"/>
                  <a:gd name="textAreaTop" fmla="*/ 0 h 5999760"/>
                  <a:gd name="textAreaBottom" fmla="*/ 6000120 h 5999760"/>
                </a:gdLst>
                <a:ahLst/>
                <a:rect l="textAreaLeft" t="textAreaTop" r="textAreaRight" b="textAreaBottom"/>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42" name="TextBox 20"/>
              <p:cNvSpPr/>
              <p:nvPr/>
            </p:nvSpPr>
            <p:spPr>
              <a:xfrm rot="20926800">
                <a:off x="-7933320" y="-5032080"/>
                <a:ext cx="1316556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grpSp>
        <p:nvGrpSpPr>
          <p:cNvPr id="443" name="Group 21"/>
          <p:cNvGrpSpPr/>
          <p:nvPr/>
        </p:nvGrpSpPr>
        <p:grpSpPr>
          <a:xfrm>
            <a:off x="11621160" y="2679840"/>
            <a:ext cx="14117400" cy="14452920"/>
            <a:chOff x="11621160" y="2679840"/>
            <a:chExt cx="14117400" cy="14452920"/>
          </a:xfrm>
        </p:grpSpPr>
        <p:grpSp>
          <p:nvGrpSpPr>
            <p:cNvPr id="444" name="Group 22"/>
            <p:cNvGrpSpPr/>
            <p:nvPr/>
          </p:nvGrpSpPr>
          <p:grpSpPr>
            <a:xfrm>
              <a:off x="15076440" y="2679840"/>
              <a:ext cx="10280880" cy="13277160"/>
              <a:chOff x="15076440" y="2679840"/>
              <a:chExt cx="10280880" cy="13277160"/>
            </a:xfrm>
          </p:grpSpPr>
          <p:sp>
            <p:nvSpPr>
              <p:cNvPr id="445" name="Freeform 23"/>
              <p:cNvSpPr/>
              <p:nvPr/>
            </p:nvSpPr>
            <p:spPr>
              <a:xfrm rot="6770400">
                <a:off x="14230800" y="628236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46" name="TextBox 24"/>
              <p:cNvSpPr/>
              <p:nvPr/>
            </p:nvSpPr>
            <p:spPr>
              <a:xfrm rot="6770400">
                <a:off x="14316120" y="62258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47" name="Group 25"/>
            <p:cNvGrpSpPr/>
            <p:nvPr/>
          </p:nvGrpSpPr>
          <p:grpSpPr>
            <a:xfrm>
              <a:off x="11982960" y="9282600"/>
              <a:ext cx="12201480" cy="1422720"/>
              <a:chOff x="11982960" y="9282600"/>
              <a:chExt cx="12201480" cy="1422720"/>
            </a:xfrm>
          </p:grpSpPr>
          <p:sp>
            <p:nvSpPr>
              <p:cNvPr id="448" name="Freeform 26"/>
              <p:cNvSpPr/>
              <p:nvPr/>
            </p:nvSpPr>
            <p:spPr>
              <a:xfrm rot="10708800">
                <a:off x="11992680" y="9443880"/>
                <a:ext cx="12181680" cy="914760"/>
              </a:xfrm>
              <a:custGeom>
                <a:avLst/>
                <a:gdLst>
                  <a:gd name="textAreaLeft" fmla="*/ 0 w 12181680"/>
                  <a:gd name="textAreaRight" fmla="*/ 12182040 w 12181680"/>
                  <a:gd name="textAreaTop" fmla="*/ 0 h 914760"/>
                  <a:gd name="textAreaBottom" fmla="*/ 915120 h 914760"/>
                </a:gdLst>
                <a:ahLst/>
                <a:rect l="textAreaLeft" t="textAreaTop" r="textAreaRight" b="textAreaBottom"/>
                <a:pathLst>
                  <a:path w="2061456" h="154832">
                    <a:moveTo>
                      <a:pt x="230188" y="0"/>
                    </a:moveTo>
                    <a:lnTo>
                      <a:pt x="2061456" y="0"/>
                    </a:lnTo>
                    <a:lnTo>
                      <a:pt x="1831268" y="154832"/>
                    </a:lnTo>
                    <a:lnTo>
                      <a:pt x="0" y="154832"/>
                    </a:lnTo>
                    <a:lnTo>
                      <a:pt x="230188"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49" name="TextBox 27"/>
              <p:cNvSpPr/>
              <p:nvPr/>
            </p:nvSpPr>
            <p:spPr>
              <a:xfrm rot="10708800">
                <a:off x="13496760" y="9443880"/>
                <a:ext cx="9179640" cy="11397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50" name="Group 28"/>
            <p:cNvGrpSpPr/>
            <p:nvPr/>
          </p:nvGrpSpPr>
          <p:grpSpPr>
            <a:xfrm>
              <a:off x="13150440" y="4227840"/>
              <a:ext cx="12498480" cy="12904920"/>
              <a:chOff x="13150440" y="4227840"/>
              <a:chExt cx="12498480" cy="12904920"/>
            </a:xfrm>
          </p:grpSpPr>
          <p:sp>
            <p:nvSpPr>
              <p:cNvPr id="451" name="Freeform 29"/>
              <p:cNvSpPr/>
              <p:nvPr/>
            </p:nvSpPr>
            <p:spPr>
              <a:xfrm rot="7924200">
                <a:off x="13430160" y="76183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52" name="TextBox 30"/>
              <p:cNvSpPr/>
              <p:nvPr/>
            </p:nvSpPr>
            <p:spPr>
              <a:xfrm rot="7924200">
                <a:off x="13498560" y="758772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53" name="Group 31"/>
            <p:cNvGrpSpPr/>
            <p:nvPr/>
          </p:nvGrpSpPr>
          <p:grpSpPr>
            <a:xfrm>
              <a:off x="14422680" y="3281760"/>
              <a:ext cx="10963440" cy="13323960"/>
              <a:chOff x="14422680" y="3281760"/>
              <a:chExt cx="10963440" cy="13323960"/>
            </a:xfrm>
          </p:grpSpPr>
          <p:sp>
            <p:nvSpPr>
              <p:cNvPr id="454" name="Freeform 32"/>
              <p:cNvSpPr/>
              <p:nvPr/>
            </p:nvSpPr>
            <p:spPr>
              <a:xfrm rot="7062600">
                <a:off x="13921200" y="690084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55" name="TextBox 33"/>
              <p:cNvSpPr/>
              <p:nvPr/>
            </p:nvSpPr>
            <p:spPr>
              <a:xfrm rot="7062600">
                <a:off x="14003640" y="68511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56" name="Group 34"/>
            <p:cNvGrpSpPr/>
            <p:nvPr/>
          </p:nvGrpSpPr>
          <p:grpSpPr>
            <a:xfrm>
              <a:off x="11983320" y="5772960"/>
              <a:ext cx="13323600" cy="10911600"/>
              <a:chOff x="11983320" y="5772960"/>
              <a:chExt cx="13323600" cy="10911600"/>
            </a:xfrm>
          </p:grpSpPr>
          <p:sp>
            <p:nvSpPr>
              <p:cNvPr id="457" name="Freeform 35"/>
              <p:cNvSpPr/>
              <p:nvPr/>
            </p:nvSpPr>
            <p:spPr>
              <a:xfrm rot="9160800">
                <a:off x="12701520" y="814644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58" name="TextBox 36"/>
              <p:cNvSpPr/>
              <p:nvPr/>
            </p:nvSpPr>
            <p:spPr>
              <a:xfrm rot="9160800">
                <a:off x="12744000" y="81360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59" name="Group 37"/>
            <p:cNvGrpSpPr/>
            <p:nvPr/>
          </p:nvGrpSpPr>
          <p:grpSpPr>
            <a:xfrm>
              <a:off x="11621160" y="7912440"/>
              <a:ext cx="14117400" cy="8628480"/>
              <a:chOff x="11621160" y="7912440"/>
              <a:chExt cx="14117400" cy="8628480"/>
            </a:xfrm>
          </p:grpSpPr>
          <p:sp>
            <p:nvSpPr>
              <p:cNvPr id="460" name="Freeform 38"/>
              <p:cNvSpPr/>
              <p:nvPr/>
            </p:nvSpPr>
            <p:spPr>
              <a:xfrm rot="10126800">
                <a:off x="12079080" y="9135720"/>
                <a:ext cx="13165560" cy="5999760"/>
              </a:xfrm>
              <a:custGeom>
                <a:avLst/>
                <a:gdLst>
                  <a:gd name="textAreaLeft" fmla="*/ 0 w 13165560"/>
                  <a:gd name="textAreaRight" fmla="*/ 13165920 w 13165560"/>
                  <a:gd name="textAreaTop" fmla="*/ 0 h 5999760"/>
                  <a:gd name="textAreaBottom" fmla="*/ 6000120 h 5999760"/>
                </a:gdLst>
                <a:ahLst/>
                <a:rect l="textAreaLeft" t="textAreaTop" r="textAreaRight" b="textAreaBottom"/>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2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61" name="TextBox 39"/>
              <p:cNvSpPr/>
              <p:nvPr/>
            </p:nvSpPr>
            <p:spPr>
              <a:xfrm rot="10126800">
                <a:off x="12097080" y="9134280"/>
                <a:ext cx="1316556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sp>
        <p:nvSpPr>
          <p:cNvPr id="462" name="Freeform 40"/>
          <p:cNvSpPr/>
          <p:nvPr/>
        </p:nvSpPr>
        <p:spPr>
          <a:xfrm>
            <a:off x="-1825560" y="8364960"/>
            <a:ext cx="7314840" cy="2958480"/>
          </a:xfrm>
          <a:custGeom>
            <a:avLst/>
            <a:gdLst>
              <a:gd name="textAreaLeft" fmla="*/ 0 w 7314840"/>
              <a:gd name="textAreaRight" fmla="*/ 7315200 w 7314840"/>
              <a:gd name="textAreaTop" fmla="*/ 0 h 2958480"/>
              <a:gd name="textAreaBottom" fmla="*/ 2958840 h 2958480"/>
            </a:gdLst>
            <a:ahLst/>
            <a:rect l="textAreaLeft" t="textAreaTop" r="textAreaRight" b="textAreaBottom"/>
            <a:pathLst>
              <a:path w="7315200" h="2958662">
                <a:moveTo>
                  <a:pt x="0" y="0"/>
                </a:moveTo>
                <a:lnTo>
                  <a:pt x="7315200" y="0"/>
                </a:lnTo>
                <a:lnTo>
                  <a:pt x="7315200" y="2958662"/>
                </a:lnTo>
                <a:lnTo>
                  <a:pt x="0" y="2958662"/>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63" name="Freeform 41"/>
          <p:cNvSpPr/>
          <p:nvPr/>
        </p:nvSpPr>
        <p:spPr>
          <a:xfrm flipH="1" flipV="1">
            <a:off x="12797640" y="-1036080"/>
            <a:ext cx="7314840" cy="2958480"/>
          </a:xfrm>
          <a:custGeom>
            <a:avLst/>
            <a:gdLst>
              <a:gd name="textAreaLeft" fmla="*/ -360 w 7314840"/>
              <a:gd name="textAreaRight" fmla="*/ 7314840 w 7314840"/>
              <a:gd name="textAreaTop" fmla="*/ 360 h 2958480"/>
              <a:gd name="textAreaBottom" fmla="*/ 2959200 h 2958480"/>
            </a:gdLst>
            <a:ahLst/>
            <a:rect l="textAreaLeft" t="textAreaTop" r="textAreaRight" b="textAreaBottom"/>
            <a:pathLst>
              <a:path w="7315200" h="2958662">
                <a:moveTo>
                  <a:pt x="7315200" y="2958662"/>
                </a:moveTo>
                <a:lnTo>
                  <a:pt x="0" y="2958662"/>
                </a:lnTo>
                <a:lnTo>
                  <a:pt x="0" y="0"/>
                </a:lnTo>
                <a:lnTo>
                  <a:pt x="7315200" y="0"/>
                </a:lnTo>
                <a:lnTo>
                  <a:pt x="7315200" y="2958662"/>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64" name="Freeform 42"/>
          <p:cNvSpPr/>
          <p:nvPr/>
        </p:nvSpPr>
        <p:spPr>
          <a:xfrm>
            <a:off x="8487720" y="2085480"/>
            <a:ext cx="9260640" cy="5051160"/>
          </a:xfrm>
          <a:custGeom>
            <a:avLst/>
            <a:gdLst>
              <a:gd name="textAreaLeft" fmla="*/ 0 w 9260640"/>
              <a:gd name="textAreaRight" fmla="*/ 9261000 w 9260640"/>
              <a:gd name="textAreaTop" fmla="*/ 0 h 5051160"/>
              <a:gd name="textAreaBottom" fmla="*/ 5051520 h 5051160"/>
            </a:gdLst>
            <a:ahLst/>
            <a:rect l="textAreaLeft" t="textAreaTop" r="textAreaRight" b="textAreaBottom"/>
            <a:pathLst>
              <a:path w="9260889" h="5051394">
                <a:moveTo>
                  <a:pt x="0" y="0"/>
                </a:moveTo>
                <a:lnTo>
                  <a:pt x="9260888" y="0"/>
                </a:lnTo>
                <a:lnTo>
                  <a:pt x="9260888" y="5051394"/>
                </a:lnTo>
                <a:lnTo>
                  <a:pt x="0" y="5051394"/>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grpSp>
        <p:nvGrpSpPr>
          <p:cNvPr id="465" name="Group 43"/>
          <p:cNvGrpSpPr/>
          <p:nvPr/>
        </p:nvGrpSpPr>
        <p:grpSpPr>
          <a:xfrm>
            <a:off x="302040" y="1926360"/>
            <a:ext cx="7695720" cy="6474240"/>
            <a:chOff x="302040" y="1926360"/>
            <a:chExt cx="7695720" cy="6474240"/>
          </a:xfrm>
        </p:grpSpPr>
        <p:grpSp>
          <p:nvGrpSpPr>
            <p:cNvPr id="466" name="Group 44"/>
            <p:cNvGrpSpPr/>
            <p:nvPr/>
          </p:nvGrpSpPr>
          <p:grpSpPr>
            <a:xfrm>
              <a:off x="684720" y="1943640"/>
              <a:ext cx="6930720" cy="6154920"/>
              <a:chOff x="684720" y="1943640"/>
              <a:chExt cx="6930720" cy="6154920"/>
            </a:xfrm>
          </p:grpSpPr>
          <p:sp>
            <p:nvSpPr>
              <p:cNvPr id="467" name="Freeform 45"/>
              <p:cNvSpPr/>
              <p:nvPr/>
            </p:nvSpPr>
            <p:spPr>
              <a:xfrm>
                <a:off x="684720" y="2228400"/>
                <a:ext cx="6930720" cy="5870160"/>
              </a:xfrm>
              <a:custGeom>
                <a:avLst/>
                <a:gdLst>
                  <a:gd name="textAreaLeft" fmla="*/ 0 w 6930720"/>
                  <a:gd name="textAreaRight" fmla="*/ 6931080 w 6930720"/>
                  <a:gd name="textAreaTop" fmla="*/ 0 h 5870160"/>
                  <a:gd name="textAreaBottom" fmla="*/ 5870520 h 5870160"/>
                </a:gdLst>
                <a:ahLst/>
                <a:rect l="textAreaLeft" t="textAreaTop" r="textAreaRight" b="textAreaBottom"/>
                <a:pathLst>
                  <a:path w="927682" h="785742">
                    <a:moveTo>
                      <a:pt x="0" y="0"/>
                    </a:moveTo>
                    <a:lnTo>
                      <a:pt x="927682" y="0"/>
                    </a:lnTo>
                    <a:lnTo>
                      <a:pt x="927682" y="785742"/>
                    </a:lnTo>
                    <a:lnTo>
                      <a:pt x="0" y="785742"/>
                    </a:lnTo>
                    <a:close/>
                  </a:path>
                </a:pathLst>
              </a:custGeom>
              <a:solidFill>
                <a:srgbClr val="77e8ff">
                  <a:alpha val="11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68" name="TextBox 46"/>
              <p:cNvSpPr/>
              <p:nvPr/>
            </p:nvSpPr>
            <p:spPr>
              <a:xfrm>
                <a:off x="684720" y="1943640"/>
                <a:ext cx="6930720" cy="6154920"/>
              </a:xfrm>
              <a:prstGeom prst="rect">
                <a:avLst/>
              </a:prstGeom>
              <a:noFill/>
              <a:ln w="0">
                <a:noFill/>
              </a:ln>
            </p:spPr>
            <p:style>
              <a:lnRef idx="0"/>
              <a:fillRef idx="0"/>
              <a:effectRef idx="0"/>
              <a:fontRef idx="minor"/>
            </p:style>
            <p:txBody>
              <a:bodyPr lIns="45720" rIns="45720" anchor="ctr">
                <a:noAutofit/>
              </a:bodyPr>
              <a:p>
                <a:pPr algn="ctr" defTabSz="914400">
                  <a:lnSpc>
                    <a:spcPts val="2659"/>
                  </a:lnSpc>
                </a:pPr>
                <a:endParaRPr b="0" lang="en-US" sz="1800" spc="-1" strike="noStrike">
                  <a:solidFill>
                    <a:schemeClr val="dk1"/>
                  </a:solidFill>
                  <a:latin typeface="Calibri"/>
                </a:endParaRPr>
              </a:p>
            </p:txBody>
          </p:sp>
        </p:grpSp>
        <p:sp>
          <p:nvSpPr>
            <p:cNvPr id="469" name="Freeform 47"/>
            <p:cNvSpPr/>
            <p:nvPr/>
          </p:nvSpPr>
          <p:spPr>
            <a:xfrm>
              <a:off x="302040" y="1926360"/>
              <a:ext cx="1384560" cy="1085040"/>
            </a:xfrm>
            <a:custGeom>
              <a:avLst/>
              <a:gdLst>
                <a:gd name="textAreaLeft" fmla="*/ 0 w 1384560"/>
                <a:gd name="textAreaRight" fmla="*/ 1384920 w 1384560"/>
                <a:gd name="textAreaTop" fmla="*/ 0 h 1085040"/>
                <a:gd name="textAreaBottom" fmla="*/ 1085400 h 1085040"/>
              </a:gdLst>
              <a:ahLst/>
              <a:rect l="textAreaLeft" t="textAreaTop" r="textAreaRight" b="textAreaBottom"/>
              <a:pathLst>
                <a:path w="1846745" h="1447177">
                  <a:moveTo>
                    <a:pt x="0" y="0"/>
                  </a:moveTo>
                  <a:lnTo>
                    <a:pt x="1846745" y="0"/>
                  </a:lnTo>
                  <a:lnTo>
                    <a:pt x="1846745" y="1447177"/>
                  </a:lnTo>
                  <a:lnTo>
                    <a:pt x="0" y="144717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70" name="Freeform 48"/>
            <p:cNvSpPr/>
            <p:nvPr/>
          </p:nvSpPr>
          <p:spPr>
            <a:xfrm flipH="1" flipV="1">
              <a:off x="6613200" y="7315560"/>
              <a:ext cx="1384560" cy="1085040"/>
            </a:xfrm>
            <a:custGeom>
              <a:avLst/>
              <a:gdLst>
                <a:gd name="textAreaLeft" fmla="*/ 360 w 1384560"/>
                <a:gd name="textAreaRight" fmla="*/ 1385280 w 1384560"/>
                <a:gd name="textAreaTop" fmla="*/ 360 h 1085040"/>
                <a:gd name="textAreaBottom" fmla="*/ 1085760 h 1085040"/>
              </a:gdLst>
              <a:ahLst/>
              <a:rect l="textAreaLeft" t="textAreaTop" r="textAreaRight" b="textAreaBottom"/>
              <a:pathLst>
                <a:path w="1846745" h="1447177">
                  <a:moveTo>
                    <a:pt x="1846745" y="1447176"/>
                  </a:moveTo>
                  <a:lnTo>
                    <a:pt x="0" y="1447176"/>
                  </a:lnTo>
                  <a:lnTo>
                    <a:pt x="0" y="0"/>
                  </a:lnTo>
                  <a:lnTo>
                    <a:pt x="1846745" y="0"/>
                  </a:lnTo>
                  <a:lnTo>
                    <a:pt x="1846745" y="1447176"/>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471" name="TextBox 49"/>
          <p:cNvSpPr/>
          <p:nvPr/>
        </p:nvSpPr>
        <p:spPr>
          <a:xfrm>
            <a:off x="838800" y="2232720"/>
            <a:ext cx="174924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Research Basis</a:t>
            </a:r>
            <a:endParaRPr b="0" lang="en-IN" sz="1900" spc="-1" strike="noStrike">
              <a:solidFill>
                <a:srgbClr val="000000"/>
              </a:solidFill>
              <a:latin typeface="Arial"/>
            </a:endParaRPr>
          </a:p>
        </p:txBody>
      </p:sp>
      <p:sp>
        <p:nvSpPr>
          <p:cNvPr id="472" name="TextBox 50"/>
          <p:cNvSpPr/>
          <p:nvPr/>
        </p:nvSpPr>
        <p:spPr>
          <a:xfrm>
            <a:off x="-508680" y="2946600"/>
            <a:ext cx="6805440" cy="852120"/>
          </a:xfrm>
          <a:prstGeom prst="rect">
            <a:avLst/>
          </a:prstGeom>
          <a:noFill/>
          <a:ln w="0">
            <a:noFill/>
          </a:ln>
        </p:spPr>
        <p:style>
          <a:lnRef idx="0"/>
          <a:fillRef idx="0"/>
          <a:effectRef idx="0"/>
          <a:fontRef idx="minor"/>
        </p:style>
        <p:txBody>
          <a:bodyPr lIns="0" rIns="0" tIns="0" bIns="0" anchor="t">
            <a:spAutoFit/>
          </a:bodyPr>
          <a:p>
            <a:pPr algn="ctr" defTabSz="914400">
              <a:lnSpc>
                <a:spcPts val="1678"/>
              </a:lnSpc>
            </a:pPr>
            <a:r>
              <a:rPr b="0" lang="en-US" sz="1200" spc="-1" strike="noStrike">
                <a:solidFill>
                  <a:srgbClr val="000000"/>
                </a:solidFill>
                <a:latin typeface="Muli"/>
                <a:ea typeface="Muli"/>
              </a:rPr>
              <a:t>• </a:t>
            </a:r>
            <a:r>
              <a:rPr b="0" lang="en-US" sz="1200" spc="-1" strike="noStrike">
                <a:solidFill>
                  <a:srgbClr val="000000"/>
                </a:solidFill>
                <a:latin typeface="Muli"/>
                <a:ea typeface="Muli"/>
              </a:rPr>
              <a:t>We studied the problems in field inspections.</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We focused on reducing manual work and delays.</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Our solution uses GPS, digital checklists and photo evidence.</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Officials can monitor inspections from one dashboard.</a:t>
            </a:r>
            <a:endParaRPr b="0" lang="en-IN" sz="1200" spc="-1" strike="noStrike">
              <a:solidFill>
                <a:srgbClr val="000000"/>
              </a:solidFill>
              <a:latin typeface="Arial"/>
            </a:endParaRPr>
          </a:p>
        </p:txBody>
      </p:sp>
      <p:sp>
        <p:nvSpPr>
          <p:cNvPr id="473" name="TextBox 51"/>
          <p:cNvSpPr/>
          <p:nvPr/>
        </p:nvSpPr>
        <p:spPr>
          <a:xfrm>
            <a:off x="769680" y="3729960"/>
            <a:ext cx="212436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Primary Reference</a:t>
            </a:r>
            <a:endParaRPr b="0" lang="en-IN" sz="1900" spc="-1" strike="noStrike">
              <a:solidFill>
                <a:srgbClr val="000000"/>
              </a:solidFill>
              <a:latin typeface="Arial"/>
            </a:endParaRPr>
          </a:p>
        </p:txBody>
      </p:sp>
      <p:sp>
        <p:nvSpPr>
          <p:cNvPr id="474" name="TextBox 52"/>
          <p:cNvSpPr/>
          <p:nvPr/>
        </p:nvSpPr>
        <p:spPr>
          <a:xfrm>
            <a:off x="-1260000" y="4473000"/>
            <a:ext cx="7696080" cy="1065240"/>
          </a:xfrm>
          <a:prstGeom prst="rect">
            <a:avLst/>
          </a:prstGeom>
          <a:noFill/>
          <a:ln w="0">
            <a:noFill/>
          </a:ln>
        </p:spPr>
        <p:style>
          <a:lnRef idx="0"/>
          <a:fillRef idx="0"/>
          <a:effectRef idx="0"/>
          <a:fontRef idx="minor"/>
        </p:style>
        <p:txBody>
          <a:bodyPr lIns="0" rIns="0" tIns="0" bIns="0" anchor="t">
            <a:spAutoFit/>
          </a:bodyPr>
          <a:p>
            <a:pPr algn="ctr" defTabSz="914400">
              <a:lnSpc>
                <a:spcPts val="1678"/>
              </a:lnSpc>
            </a:pPr>
            <a:r>
              <a:rPr b="0" lang="en-US" sz="1200" spc="-1" strike="noStrike">
                <a:solidFill>
                  <a:srgbClr val="000000"/>
                </a:solidFill>
                <a:latin typeface="Muli"/>
                <a:ea typeface="Muli"/>
              </a:rPr>
              <a:t>Smart India Hackathon 2026 — SIH26095</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a:t>
            </a:r>
            <a:r>
              <a:rPr b="0" lang="en-US" sz="1200" spc="-1" strike="noStrike">
                <a:solidFill>
                  <a:srgbClr val="000000"/>
                </a:solidFill>
                <a:latin typeface="Muli"/>
                <a:ea typeface="Muli"/>
              </a:rPr>
              <a:t>Smart Real-Time Monitoring &amp; Inspection Mobile App</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a:t>
            </a:r>
            <a:r>
              <a:rPr b="0" lang="en-US" sz="1200" spc="-1" strike="noStrike">
                <a:solidFill>
                  <a:srgbClr val="000000"/>
                </a:solidFill>
                <a:latin typeface="Muli"/>
                <a:ea typeface="Muli"/>
              </a:rPr>
              <a:t>Theme: Smart Automation</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a:t>
            </a:r>
            <a:r>
              <a:rPr b="0" lang="en-US" sz="1200" spc="-1" strike="noStrike">
                <a:solidFill>
                  <a:srgbClr val="000000"/>
                </a:solidFill>
                <a:latin typeface="Muli"/>
                <a:ea typeface="Muli"/>
              </a:rPr>
              <a:t>Category: Software</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Focus: Real-Time Monitoring &amp; Inspection</a:t>
            </a:r>
            <a:endParaRPr b="0" lang="en-IN" sz="1200" spc="-1" strike="noStrike">
              <a:solidFill>
                <a:srgbClr val="000000"/>
              </a:solidFill>
              <a:latin typeface="Arial"/>
            </a:endParaRPr>
          </a:p>
        </p:txBody>
      </p:sp>
      <p:sp>
        <p:nvSpPr>
          <p:cNvPr id="475" name="TextBox 53"/>
          <p:cNvSpPr/>
          <p:nvPr/>
        </p:nvSpPr>
        <p:spPr>
          <a:xfrm>
            <a:off x="838800" y="5533560"/>
            <a:ext cx="263520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Technology References</a:t>
            </a:r>
            <a:endParaRPr b="0" lang="en-IN" sz="1900" spc="-1" strike="noStrike">
              <a:solidFill>
                <a:srgbClr val="000000"/>
              </a:solidFill>
              <a:latin typeface="Arial"/>
            </a:endParaRPr>
          </a:p>
        </p:txBody>
      </p:sp>
      <p:sp>
        <p:nvSpPr>
          <p:cNvPr id="476" name="TextBox 54"/>
          <p:cNvSpPr/>
          <p:nvPr/>
        </p:nvSpPr>
        <p:spPr>
          <a:xfrm>
            <a:off x="577800" y="6357600"/>
            <a:ext cx="3156480" cy="1278360"/>
          </a:xfrm>
          <a:prstGeom prst="rect">
            <a:avLst/>
          </a:prstGeom>
          <a:noFill/>
          <a:ln w="0">
            <a:noFill/>
          </a:ln>
        </p:spPr>
        <p:style>
          <a:lnRef idx="0"/>
          <a:fillRef idx="0"/>
          <a:effectRef idx="0"/>
          <a:fontRef idx="minor"/>
        </p:style>
        <p:txBody>
          <a:bodyPr lIns="0" rIns="0" tIns="0" bIns="0" anchor="t">
            <a:spAutoFit/>
          </a:bodyPr>
          <a:p>
            <a:pPr algn="ctr" defTabSz="914400">
              <a:lnSpc>
                <a:spcPts val="1678"/>
              </a:lnSpc>
            </a:pPr>
            <a:r>
              <a:rPr b="0" lang="en-US" sz="1200" spc="-1" strike="noStrike">
                <a:solidFill>
                  <a:srgbClr val="000000"/>
                </a:solidFill>
                <a:latin typeface="Muli"/>
                <a:ea typeface="Muli"/>
              </a:rPr>
              <a:t>• </a:t>
            </a:r>
            <a:r>
              <a:rPr b="0" lang="en-US" sz="1200" spc="-1" strike="noStrike">
                <a:solidFill>
                  <a:srgbClr val="000000"/>
                </a:solidFill>
                <a:latin typeface="Muli"/>
                <a:ea typeface="Muli"/>
              </a:rPr>
              <a:t>Flutter / React Native – Mobile App</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React.js – Web Dashboard</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FastAPI / Node.js – Backend</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PostgreSQL – Database</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REST API – Data Communication</a:t>
            </a:r>
            <a:endParaRPr b="0" lang="en-IN" sz="1200" spc="-1" strike="noStrike">
              <a:solidFill>
                <a:srgbClr val="000000"/>
              </a:solidFill>
              <a:latin typeface="Arial"/>
            </a:endParaRPr>
          </a:p>
          <a:p>
            <a:pPr algn="ctr" defTabSz="914400">
              <a:lnSpc>
                <a:spcPts val="1678"/>
              </a:lnSpc>
            </a:pPr>
            <a:r>
              <a:rPr b="0" lang="en-US" sz="1200" spc="-1" strike="noStrike">
                <a:solidFill>
                  <a:srgbClr val="000000"/>
                </a:solidFill>
                <a:latin typeface="Muli"/>
                <a:ea typeface="Muli"/>
              </a:rPr>
              <a:t> • </a:t>
            </a:r>
            <a:r>
              <a:rPr b="0" lang="en-US" sz="1200" spc="-1" strike="noStrike">
                <a:solidFill>
                  <a:srgbClr val="000000"/>
                </a:solidFill>
                <a:latin typeface="Muli"/>
                <a:ea typeface="Muli"/>
              </a:rPr>
              <a:t>GPS &amp; OpenStreetMap – Location Tracking</a:t>
            </a:r>
            <a:endParaRPr b="0" lang="en-IN" sz="1200" spc="-1" strike="noStrike">
              <a:solidFill>
                <a:srgbClr val="000000"/>
              </a:solidFill>
              <a:latin typeface="Arial"/>
            </a:endParaRPr>
          </a:p>
        </p:txBody>
      </p:sp>
      <p:sp>
        <p:nvSpPr>
          <p:cNvPr id="477" name="TextBox 55"/>
          <p:cNvSpPr/>
          <p:nvPr/>
        </p:nvSpPr>
        <p:spPr>
          <a:xfrm>
            <a:off x="698760" y="7742160"/>
            <a:ext cx="291492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1" lang="en-US" sz="1900" spc="-1" strike="noStrike">
                <a:solidFill>
                  <a:srgbClr val="000000"/>
                </a:solidFill>
                <a:latin typeface="Muli Bold"/>
                <a:ea typeface="Muli Bold"/>
              </a:rPr>
              <a:t>Prototype Demonstration</a:t>
            </a:r>
            <a:endParaRPr b="0" lang="en-IN" sz="1900" spc="-1" strike="noStrike">
              <a:solidFill>
                <a:srgbClr val="000000"/>
              </a:solidFill>
              <a:latin typeface="Arial"/>
            </a:endParaRPr>
          </a:p>
        </p:txBody>
      </p:sp>
      <p:sp>
        <p:nvSpPr>
          <p:cNvPr id="478" name="TextBox 56"/>
          <p:cNvSpPr/>
          <p:nvPr/>
        </p:nvSpPr>
        <p:spPr>
          <a:xfrm>
            <a:off x="698760" y="8472960"/>
            <a:ext cx="5355360" cy="426600"/>
          </a:xfrm>
          <a:prstGeom prst="rect">
            <a:avLst/>
          </a:prstGeom>
          <a:noFill/>
          <a:ln w="0">
            <a:noFill/>
          </a:ln>
        </p:spPr>
        <p:style>
          <a:lnRef idx="0"/>
          <a:fillRef idx="0"/>
          <a:effectRef idx="0"/>
          <a:fontRef idx="minor"/>
        </p:style>
        <p:txBody>
          <a:bodyPr lIns="0" rIns="0" tIns="0" bIns="0" anchor="t">
            <a:spAutoFit/>
          </a:bodyPr>
          <a:p>
            <a:pPr algn="ctr" defTabSz="914400">
              <a:lnSpc>
                <a:spcPts val="1678"/>
              </a:lnSpc>
            </a:pPr>
            <a:r>
              <a:rPr b="1" lang="en-US" sz="1200" spc="-1" strike="noStrike">
                <a:solidFill>
                  <a:srgbClr val="000000"/>
                </a:solidFill>
                <a:latin typeface="Muli Bold"/>
                <a:ea typeface="Muli Bold"/>
              </a:rPr>
              <a:t>Assign Task → Inspector Visits → GPS Verification → Checklist → Upload Evidence → Dashboard Update → Issue Resolution</a:t>
            </a:r>
            <a:endParaRPr b="0" lang="en-IN" sz="1200" spc="-1" strike="noStrike">
              <a:solidFill>
                <a:srgbClr val="000000"/>
              </a:solidFill>
              <a:latin typeface="Arial"/>
            </a:endParaRPr>
          </a:p>
        </p:txBody>
      </p:sp>
      <p:sp>
        <p:nvSpPr>
          <p:cNvPr id="479" name="TextBox 57"/>
          <p:cNvSpPr/>
          <p:nvPr/>
        </p:nvSpPr>
        <p:spPr>
          <a:xfrm>
            <a:off x="9344520" y="7734960"/>
            <a:ext cx="7111080" cy="67500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Our prototype shows how an inspection can be managed digitally from task assignment to final completion.</a:t>
            </a:r>
            <a:endParaRPr b="0" lang="en-IN" sz="1900" spc="-1" strike="noStrike">
              <a:solidFill>
                <a:srgbClr val="000000"/>
              </a:solidFill>
              <a:latin typeface="Arial"/>
            </a:endParaRPr>
          </a:p>
        </p:txBody>
      </p:sp>
      <p:sp>
        <p:nvSpPr>
          <p:cNvPr id="480" name="TextBox 58"/>
          <p:cNvSpPr/>
          <p:nvPr/>
        </p:nvSpPr>
        <p:spPr>
          <a:xfrm>
            <a:off x="798840" y="9517320"/>
            <a:ext cx="8029800" cy="337320"/>
          </a:xfrm>
          <a:prstGeom prst="rect">
            <a:avLst/>
          </a:prstGeom>
          <a:noFill/>
          <a:ln w="0">
            <a:noFill/>
          </a:ln>
        </p:spPr>
        <p:style>
          <a:lnRef idx="0"/>
          <a:fillRef idx="0"/>
          <a:effectRef idx="0"/>
          <a:fontRef idx="minor"/>
        </p:style>
        <p:txBody>
          <a:bodyPr lIns="0" rIns="0" tIns="0" bIns="0" anchor="t">
            <a:spAutoFit/>
          </a:bodyPr>
          <a:p>
            <a:pPr algn="ctr" defTabSz="914400">
              <a:lnSpc>
                <a:spcPts val="2659"/>
              </a:lnSpc>
            </a:pPr>
            <a:r>
              <a:rPr b="0" lang="en-US" sz="1900" spc="-1" strike="noStrike">
                <a:solidFill>
                  <a:srgbClr val="000000"/>
                </a:solidFill>
                <a:latin typeface="Muli"/>
                <a:ea typeface="Muli"/>
              </a:rPr>
              <a:t>SMART INDIA HACKATHON 2026 • SIH26095 • Smart Automation    06</a:t>
            </a:r>
            <a:endParaRPr b="0" lang="en-IN" sz="1900" spc="-1" strike="noStrike">
              <a:solidFill>
                <a:srgbClr val="000000"/>
              </a:solidFill>
              <a:latin typeface="Arial"/>
            </a:endParaRPr>
          </a:p>
        </p:txBody>
      </p:sp>
      <p:sp>
        <p:nvSpPr>
          <p:cNvPr id="481" name="TextBox 59"/>
          <p:cNvSpPr/>
          <p:nvPr/>
        </p:nvSpPr>
        <p:spPr>
          <a:xfrm>
            <a:off x="5072760" y="385560"/>
            <a:ext cx="6829920" cy="1279800"/>
          </a:xfrm>
          <a:prstGeom prst="rect">
            <a:avLst/>
          </a:prstGeom>
          <a:noFill/>
          <a:ln w="0">
            <a:noFill/>
          </a:ln>
        </p:spPr>
        <p:style>
          <a:lnRef idx="0"/>
          <a:fillRef idx="0"/>
          <a:effectRef idx="0"/>
          <a:fontRef idx="minor"/>
        </p:style>
        <p:txBody>
          <a:bodyPr lIns="0" rIns="0" tIns="0" bIns="0" anchor="t">
            <a:spAutoFit/>
          </a:bodyPr>
          <a:p>
            <a:pPr algn="ctr" defTabSz="914400">
              <a:lnSpc>
                <a:spcPts val="5040"/>
              </a:lnSpc>
            </a:pPr>
            <a:r>
              <a:rPr b="1" lang="en-US" sz="3600" spc="-1" strike="noStrike">
                <a:solidFill>
                  <a:srgbClr val="000000"/>
                </a:solidFill>
                <a:latin typeface="Muli Bold"/>
                <a:ea typeface="Muli Bold"/>
              </a:rPr>
              <a:t> </a:t>
            </a:r>
            <a:r>
              <a:rPr b="1" lang="en-US" sz="3600" spc="-1" strike="noStrike">
                <a:solidFill>
                  <a:srgbClr val="000000"/>
                </a:solidFill>
                <a:latin typeface="Muli Bold"/>
                <a:ea typeface="Muli Bold"/>
              </a:rPr>
              <a:t>RESEARCH AND REFERENCES</a:t>
            </a:r>
            <a:endParaRPr b="0" lang="en-IN"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cfe"/>
        </a:solidFill>
      </p:bgPr>
    </p:bg>
    <p:spTree>
      <p:nvGrpSpPr>
        <p:cNvPr id="1" name=""/>
        <p:cNvGrpSpPr/>
        <p:nvPr/>
      </p:nvGrpSpPr>
      <p:grpSpPr>
        <a:xfrm>
          <a:off x="0" y="0"/>
          <a:ext cx="0" cy="0"/>
          <a:chOff x="0" y="0"/>
          <a:chExt cx="0" cy="0"/>
        </a:xfrm>
      </p:grpSpPr>
      <p:grpSp>
        <p:nvGrpSpPr>
          <p:cNvPr id="482" name="Group 2"/>
          <p:cNvGrpSpPr/>
          <p:nvPr/>
        </p:nvGrpSpPr>
        <p:grpSpPr>
          <a:xfrm>
            <a:off x="-6895800" y="3708360"/>
            <a:ext cx="15204960" cy="14105520"/>
            <a:chOff x="-6895800" y="3708360"/>
            <a:chExt cx="15204960" cy="14105520"/>
          </a:xfrm>
        </p:grpSpPr>
        <p:grpSp>
          <p:nvGrpSpPr>
            <p:cNvPr id="483" name="Group 3"/>
            <p:cNvGrpSpPr/>
            <p:nvPr/>
          </p:nvGrpSpPr>
          <p:grpSpPr>
            <a:xfrm>
              <a:off x="-6447240" y="3708360"/>
              <a:ext cx="10911600" cy="13323600"/>
              <a:chOff x="-6447240" y="3708360"/>
              <a:chExt cx="10911600" cy="13323600"/>
            </a:xfrm>
          </p:grpSpPr>
          <p:sp>
            <p:nvSpPr>
              <p:cNvPr id="484" name="Freeform 4"/>
              <p:cNvSpPr/>
              <p:nvPr/>
            </p:nvSpPr>
            <p:spPr>
              <a:xfrm rot="14560800">
                <a:off x="-6809760" y="732744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85" name="TextBox 5"/>
              <p:cNvSpPr/>
              <p:nvPr/>
            </p:nvSpPr>
            <p:spPr>
              <a:xfrm rot="14560800">
                <a:off x="-6891840" y="72774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86" name="Group 6"/>
            <p:cNvGrpSpPr/>
            <p:nvPr/>
          </p:nvGrpSpPr>
          <p:grpSpPr>
            <a:xfrm>
              <a:off x="-6383160" y="4717080"/>
              <a:ext cx="12164400" cy="13096800"/>
              <a:chOff x="-6383160" y="4717080"/>
              <a:chExt cx="12164400" cy="13096800"/>
            </a:xfrm>
          </p:grpSpPr>
          <p:sp>
            <p:nvSpPr>
              <p:cNvPr id="487" name="Freeform 7"/>
              <p:cNvSpPr/>
              <p:nvPr/>
            </p:nvSpPr>
            <p:spPr>
              <a:xfrm rot="13904400">
                <a:off x="-6129000" y="82080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88" name="TextBox 8"/>
              <p:cNvSpPr/>
              <p:nvPr/>
            </p:nvSpPr>
            <p:spPr>
              <a:xfrm rot="13904400">
                <a:off x="-6201360" y="817308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89" name="Group 9"/>
            <p:cNvGrpSpPr/>
            <p:nvPr/>
          </p:nvGrpSpPr>
          <p:grpSpPr>
            <a:xfrm>
              <a:off x="-4624560" y="9243000"/>
              <a:ext cx="11946600" cy="1143360"/>
              <a:chOff x="-4624560" y="9243000"/>
              <a:chExt cx="11946600" cy="1143360"/>
            </a:xfrm>
          </p:grpSpPr>
          <p:sp>
            <p:nvSpPr>
              <p:cNvPr id="490" name="Freeform 10"/>
              <p:cNvSpPr/>
              <p:nvPr/>
            </p:nvSpPr>
            <p:spPr>
              <a:xfrm>
                <a:off x="-4624560" y="9452880"/>
                <a:ext cx="11946600" cy="933480"/>
              </a:xfrm>
              <a:custGeom>
                <a:avLst/>
                <a:gdLst>
                  <a:gd name="textAreaLeft" fmla="*/ 0 w 11946600"/>
                  <a:gd name="textAreaRight" fmla="*/ 11946960 w 11946600"/>
                  <a:gd name="textAreaTop" fmla="*/ 0 h 933480"/>
                  <a:gd name="textAreaBottom" fmla="*/ 933840 h 933480"/>
                </a:gdLst>
                <a:ahLst/>
                <a:rect l="textAreaLeft" t="textAreaTop" r="textAreaRight" b="textAreaBottom"/>
                <a:pathLst>
                  <a:path w="2168064" h="169444">
                    <a:moveTo>
                      <a:pt x="1964864" y="0"/>
                    </a:moveTo>
                    <a:lnTo>
                      <a:pt x="0" y="0"/>
                    </a:lnTo>
                    <a:lnTo>
                      <a:pt x="203200" y="169444"/>
                    </a:lnTo>
                    <a:lnTo>
                      <a:pt x="2168064" y="169444"/>
                    </a:lnTo>
                    <a:lnTo>
                      <a:pt x="1964864"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91" name="TextBox 11"/>
              <p:cNvSpPr/>
              <p:nvPr/>
            </p:nvSpPr>
            <p:spPr>
              <a:xfrm>
                <a:off x="-4064760" y="9243000"/>
                <a:ext cx="10827000" cy="11433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tabLst>
                    <a:tab algn="l" pos="0"/>
                  </a:tabLst>
                </a:pPr>
                <a:endParaRPr b="0" lang="en-US" sz="1800" spc="-1" strike="noStrike">
                  <a:solidFill>
                    <a:schemeClr val="dk1"/>
                  </a:solidFill>
                  <a:latin typeface="Calibri"/>
                </a:endParaRPr>
              </a:p>
            </p:txBody>
          </p:sp>
        </p:grpSp>
        <p:grpSp>
          <p:nvGrpSpPr>
            <p:cNvPr id="492" name="Group 12"/>
            <p:cNvGrpSpPr/>
            <p:nvPr/>
          </p:nvGrpSpPr>
          <p:grpSpPr>
            <a:xfrm>
              <a:off x="-4670280" y="7669800"/>
              <a:ext cx="12979440" cy="8960040"/>
              <a:chOff x="-4670280" y="7669800"/>
              <a:chExt cx="12979440" cy="8960040"/>
            </a:xfrm>
          </p:grpSpPr>
          <p:sp>
            <p:nvSpPr>
              <p:cNvPr id="493" name="Freeform 13"/>
              <p:cNvSpPr/>
              <p:nvPr/>
            </p:nvSpPr>
            <p:spPr>
              <a:xfrm rot="11676000">
                <a:off x="-4058280" y="90601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94" name="TextBox 14"/>
              <p:cNvSpPr/>
              <p:nvPr/>
            </p:nvSpPr>
            <p:spPr>
              <a:xfrm rot="11676000">
                <a:off x="-4081320" y="90572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95" name="Group 15"/>
            <p:cNvGrpSpPr/>
            <p:nvPr/>
          </p:nvGrpSpPr>
          <p:grpSpPr>
            <a:xfrm>
              <a:off x="-6895800" y="4875120"/>
              <a:ext cx="12904920" cy="12498840"/>
              <a:chOff x="-6895800" y="4875120"/>
              <a:chExt cx="12904920" cy="12498840"/>
            </a:xfrm>
          </p:grpSpPr>
          <p:sp>
            <p:nvSpPr>
              <p:cNvPr id="496" name="Freeform 16"/>
              <p:cNvSpPr/>
              <p:nvPr/>
            </p:nvSpPr>
            <p:spPr>
              <a:xfrm rot="13324200">
                <a:off x="-6282000" y="80557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97" name="TextBox 17"/>
              <p:cNvSpPr/>
              <p:nvPr/>
            </p:nvSpPr>
            <p:spPr>
              <a:xfrm rot="13324200">
                <a:off x="-6343920" y="80319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498" name="Group 18"/>
            <p:cNvGrpSpPr/>
            <p:nvPr/>
          </p:nvGrpSpPr>
          <p:grpSpPr>
            <a:xfrm>
              <a:off x="-6368760" y="6147720"/>
              <a:ext cx="13324320" cy="10963080"/>
              <a:chOff x="-6368760" y="6147720"/>
              <a:chExt cx="13324320" cy="10963080"/>
            </a:xfrm>
          </p:grpSpPr>
          <p:sp>
            <p:nvSpPr>
              <p:cNvPr id="499" name="Freeform 19"/>
              <p:cNvSpPr/>
              <p:nvPr/>
            </p:nvSpPr>
            <p:spPr>
              <a:xfrm rot="12462600">
                <a:off x="-5564160" y="854712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00" name="TextBox 20"/>
              <p:cNvSpPr/>
              <p:nvPr/>
            </p:nvSpPr>
            <p:spPr>
              <a:xfrm rot="12462600">
                <a:off x="-5607360" y="853668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sp>
        <p:nvSpPr>
          <p:cNvPr id="501" name="TextBox 21"/>
          <p:cNvSpPr/>
          <p:nvPr/>
        </p:nvSpPr>
        <p:spPr>
          <a:xfrm>
            <a:off x="1984680" y="4047480"/>
            <a:ext cx="14317920" cy="2055600"/>
          </a:xfrm>
          <a:prstGeom prst="rect">
            <a:avLst/>
          </a:prstGeom>
          <a:noFill/>
          <a:ln w="0">
            <a:noFill/>
          </a:ln>
        </p:spPr>
        <p:style>
          <a:lnRef idx="0"/>
          <a:fillRef idx="0"/>
          <a:effectRef idx="0"/>
          <a:fontRef idx="minor"/>
        </p:style>
        <p:txBody>
          <a:bodyPr lIns="0" rIns="0" tIns="0" bIns="0" anchor="t">
            <a:spAutoFit/>
          </a:bodyPr>
          <a:p>
            <a:pPr algn="ctr" defTabSz="914400">
              <a:lnSpc>
                <a:spcPts val="16189"/>
              </a:lnSpc>
            </a:pPr>
            <a:r>
              <a:rPr b="1" lang="en-US" sz="11570" spc="-1" strike="noStrike">
                <a:solidFill>
                  <a:srgbClr val="113e7a"/>
                </a:solidFill>
                <a:latin typeface="Muli Ultra-Bold"/>
                <a:ea typeface="Muli Ultra-Bold"/>
              </a:rPr>
              <a:t>THANK YOU</a:t>
            </a:r>
            <a:endParaRPr b="0" lang="en-IN" sz="11570" spc="-1" strike="noStrike">
              <a:solidFill>
                <a:srgbClr val="000000"/>
              </a:solidFill>
              <a:latin typeface="Arial"/>
            </a:endParaRPr>
          </a:p>
        </p:txBody>
      </p:sp>
      <p:grpSp>
        <p:nvGrpSpPr>
          <p:cNvPr id="502" name="Group 22"/>
          <p:cNvGrpSpPr/>
          <p:nvPr/>
        </p:nvGrpSpPr>
        <p:grpSpPr>
          <a:xfrm>
            <a:off x="9978840" y="-7526880"/>
            <a:ext cx="15204960" cy="14105520"/>
            <a:chOff x="9978840" y="-7526880"/>
            <a:chExt cx="15204960" cy="14105520"/>
          </a:xfrm>
        </p:grpSpPr>
        <p:grpSp>
          <p:nvGrpSpPr>
            <p:cNvPr id="503" name="Group 23"/>
            <p:cNvGrpSpPr/>
            <p:nvPr/>
          </p:nvGrpSpPr>
          <p:grpSpPr>
            <a:xfrm>
              <a:off x="13823640" y="-6744960"/>
              <a:ext cx="10911600" cy="13323600"/>
              <a:chOff x="13823640" y="-6744960"/>
              <a:chExt cx="10911600" cy="13323600"/>
            </a:xfrm>
          </p:grpSpPr>
          <p:sp>
            <p:nvSpPr>
              <p:cNvPr id="504" name="Freeform 24"/>
              <p:cNvSpPr/>
              <p:nvPr/>
            </p:nvSpPr>
            <p:spPr>
              <a:xfrm rot="3760800">
                <a:off x="13296240" y="-304020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05" name="TextBox 25"/>
              <p:cNvSpPr/>
              <p:nvPr/>
            </p:nvSpPr>
            <p:spPr>
              <a:xfrm rot="3760800">
                <a:off x="13378320" y="-317520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506" name="Group 26"/>
            <p:cNvGrpSpPr/>
            <p:nvPr/>
          </p:nvGrpSpPr>
          <p:grpSpPr>
            <a:xfrm>
              <a:off x="12506760" y="-7526880"/>
              <a:ext cx="12164400" cy="13096800"/>
              <a:chOff x="12506760" y="-7526880"/>
              <a:chExt cx="12164400" cy="13096800"/>
            </a:xfrm>
          </p:grpSpPr>
          <p:sp>
            <p:nvSpPr>
              <p:cNvPr id="507" name="Freeform 27"/>
              <p:cNvSpPr/>
              <p:nvPr/>
            </p:nvSpPr>
            <p:spPr>
              <a:xfrm rot="3104400">
                <a:off x="12615480" y="-392076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08" name="TextBox 28"/>
              <p:cNvSpPr/>
              <p:nvPr/>
            </p:nvSpPr>
            <p:spPr>
              <a:xfrm rot="3104400">
                <a:off x="12687840" y="-407088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509" name="Group 29"/>
            <p:cNvGrpSpPr/>
            <p:nvPr/>
          </p:nvGrpSpPr>
          <p:grpSpPr>
            <a:xfrm>
              <a:off x="10965960" y="-99360"/>
              <a:ext cx="11946600" cy="1143360"/>
              <a:chOff x="10965960" y="-99360"/>
              <a:chExt cx="11946600" cy="1143360"/>
            </a:xfrm>
          </p:grpSpPr>
          <p:sp>
            <p:nvSpPr>
              <p:cNvPr id="510" name="Freeform 30"/>
              <p:cNvSpPr/>
              <p:nvPr/>
            </p:nvSpPr>
            <p:spPr>
              <a:xfrm rot="10800000">
                <a:off x="10965960" y="-99360"/>
                <a:ext cx="11946600" cy="933480"/>
              </a:xfrm>
              <a:custGeom>
                <a:avLst/>
                <a:gdLst>
                  <a:gd name="textAreaLeft" fmla="*/ 0 w 11946600"/>
                  <a:gd name="textAreaRight" fmla="*/ 11946960 w 11946600"/>
                  <a:gd name="textAreaTop" fmla="*/ 0 h 933480"/>
                  <a:gd name="textAreaBottom" fmla="*/ 933840 h 933480"/>
                </a:gdLst>
                <a:ahLst/>
                <a:rect l="textAreaLeft" t="textAreaTop" r="textAreaRight" b="textAreaBottom"/>
                <a:pathLst>
                  <a:path w="2168064" h="169444">
                    <a:moveTo>
                      <a:pt x="1964864" y="0"/>
                    </a:moveTo>
                    <a:lnTo>
                      <a:pt x="0" y="0"/>
                    </a:lnTo>
                    <a:lnTo>
                      <a:pt x="203200" y="169444"/>
                    </a:lnTo>
                    <a:lnTo>
                      <a:pt x="2168064" y="169444"/>
                    </a:lnTo>
                    <a:lnTo>
                      <a:pt x="1964864" y="0"/>
                    </a:lnTo>
                    <a:close/>
                  </a:path>
                </a:pathLst>
              </a:custGeom>
              <a:solidFill>
                <a:srgbClr val="3199ce">
                  <a:alpha val="44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11" name="TextBox 31"/>
              <p:cNvSpPr/>
              <p:nvPr/>
            </p:nvSpPr>
            <p:spPr>
              <a:xfrm rot="10800000">
                <a:off x="11525760" y="-99360"/>
                <a:ext cx="10827000" cy="11433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tabLst>
                    <a:tab algn="l" pos="0"/>
                  </a:tabLst>
                </a:pPr>
                <a:endParaRPr b="0" lang="en-US" sz="1800" spc="-1" strike="noStrike">
                  <a:solidFill>
                    <a:schemeClr val="dk1"/>
                  </a:solidFill>
                  <a:latin typeface="Calibri"/>
                </a:endParaRPr>
              </a:p>
            </p:txBody>
          </p:sp>
        </p:grpSp>
        <p:grpSp>
          <p:nvGrpSpPr>
            <p:cNvPr id="512" name="Group 32"/>
            <p:cNvGrpSpPr/>
            <p:nvPr/>
          </p:nvGrpSpPr>
          <p:grpSpPr>
            <a:xfrm>
              <a:off x="9978840" y="-6342840"/>
              <a:ext cx="12979440" cy="8960040"/>
              <a:chOff x="9978840" y="-6342840"/>
              <a:chExt cx="12979440" cy="8960040"/>
            </a:xfrm>
          </p:grpSpPr>
          <p:sp>
            <p:nvSpPr>
              <p:cNvPr id="513" name="Freeform 33"/>
              <p:cNvSpPr/>
              <p:nvPr/>
            </p:nvSpPr>
            <p:spPr>
              <a:xfrm rot="876000">
                <a:off x="10544760" y="-477288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14" name="TextBox 34"/>
              <p:cNvSpPr/>
              <p:nvPr/>
            </p:nvSpPr>
            <p:spPr>
              <a:xfrm rot="876000">
                <a:off x="10567800" y="-495504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515" name="Group 35"/>
            <p:cNvGrpSpPr/>
            <p:nvPr/>
          </p:nvGrpSpPr>
          <p:grpSpPr>
            <a:xfrm>
              <a:off x="12278880" y="-7086960"/>
              <a:ext cx="12904920" cy="12498840"/>
              <a:chOff x="12278880" y="-7086960"/>
              <a:chExt cx="12904920" cy="12498840"/>
            </a:xfrm>
          </p:grpSpPr>
          <p:sp>
            <p:nvSpPr>
              <p:cNvPr id="516" name="Freeform 36"/>
              <p:cNvSpPr/>
              <p:nvPr/>
            </p:nvSpPr>
            <p:spPr>
              <a:xfrm rot="2524200">
                <a:off x="12768480" y="-376848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17" name="TextBox 37"/>
              <p:cNvSpPr/>
              <p:nvPr/>
            </p:nvSpPr>
            <p:spPr>
              <a:xfrm rot="2524200">
                <a:off x="12830400" y="-392976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518" name="Group 38"/>
            <p:cNvGrpSpPr/>
            <p:nvPr/>
          </p:nvGrpSpPr>
          <p:grpSpPr>
            <a:xfrm>
              <a:off x="11332440" y="-6823800"/>
              <a:ext cx="13324320" cy="10963080"/>
              <a:chOff x="11332440" y="-6823800"/>
              <a:chExt cx="13324320" cy="10963080"/>
            </a:xfrm>
          </p:grpSpPr>
          <p:sp>
            <p:nvSpPr>
              <p:cNvPr id="519" name="Freeform 39"/>
              <p:cNvSpPr/>
              <p:nvPr/>
            </p:nvSpPr>
            <p:spPr>
              <a:xfrm rot="1662600">
                <a:off x="12050640" y="-4259880"/>
                <a:ext cx="11801520" cy="5999760"/>
              </a:xfrm>
              <a:custGeom>
                <a:avLst/>
                <a:gdLst>
                  <a:gd name="textAreaLeft" fmla="*/ 0 w 11801520"/>
                  <a:gd name="textAreaRight" fmla="*/ 11801880 w 11801520"/>
                  <a:gd name="textAreaTop" fmla="*/ 0 h 5999760"/>
                  <a:gd name="textAreaBottom" fmla="*/ 6000120 h 5999760"/>
                </a:gdLst>
                <a:ahLst/>
                <a:rect l="textAreaLeft" t="textAreaTop" r="textAreaRight" b="textAreaBottom"/>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3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20" name="TextBox 40"/>
              <p:cNvSpPr/>
              <p:nvPr/>
            </p:nvSpPr>
            <p:spPr>
              <a:xfrm rot="1662600">
                <a:off x="12093840" y="-4434480"/>
                <a:ext cx="11801520" cy="6184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sp>
        <p:nvSpPr>
          <p:cNvPr id="521" name="Freeform 41"/>
          <p:cNvSpPr/>
          <p:nvPr/>
        </p:nvSpPr>
        <p:spPr>
          <a:xfrm flipV="1">
            <a:off x="0" y="-720"/>
            <a:ext cx="7590240" cy="3345480"/>
          </a:xfrm>
          <a:custGeom>
            <a:avLst/>
            <a:gdLst>
              <a:gd name="textAreaLeft" fmla="*/ 0 w 7590240"/>
              <a:gd name="textAreaRight" fmla="*/ 7590600 w 7590240"/>
              <a:gd name="textAreaTop" fmla="*/ -360 h 3345480"/>
              <a:gd name="textAreaBottom" fmla="*/ 3345480 h 3345480"/>
            </a:gdLst>
            <a:ahLst/>
            <a:rect l="textAreaLeft" t="textAreaTop" r="textAreaRight" b="textAreaBottom"/>
            <a:pathLst>
              <a:path w="7590520" h="3345875">
                <a:moveTo>
                  <a:pt x="0" y="3345875"/>
                </a:moveTo>
                <a:lnTo>
                  <a:pt x="7590520" y="3345875"/>
                </a:lnTo>
                <a:lnTo>
                  <a:pt x="7590520" y="0"/>
                </a:lnTo>
                <a:lnTo>
                  <a:pt x="0" y="0"/>
                </a:lnTo>
                <a:lnTo>
                  <a:pt x="0" y="3345875"/>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522" name="Freeform 42"/>
          <p:cNvSpPr/>
          <p:nvPr/>
        </p:nvSpPr>
        <p:spPr>
          <a:xfrm flipV="1" rot="10800000">
            <a:off x="10697760" y="6940800"/>
            <a:ext cx="7590240" cy="3345480"/>
          </a:xfrm>
          <a:custGeom>
            <a:avLst/>
            <a:gdLst>
              <a:gd name="textAreaLeft" fmla="*/ 0 w 7590240"/>
              <a:gd name="textAreaRight" fmla="*/ 7590600 w 7590240"/>
              <a:gd name="textAreaTop" fmla="*/ -360 h 3345480"/>
              <a:gd name="textAreaBottom" fmla="*/ 3345480 h 3345480"/>
            </a:gdLst>
            <a:ahLst/>
            <a:rect l="textAreaLeft" t="textAreaTop" r="textAreaRight" b="textAreaBottom"/>
            <a:pathLst>
              <a:path w="7590520" h="3345875">
                <a:moveTo>
                  <a:pt x="0" y="3345875"/>
                </a:moveTo>
                <a:lnTo>
                  <a:pt x="7590520" y="3345875"/>
                </a:lnTo>
                <a:lnTo>
                  <a:pt x="7590520" y="0"/>
                </a:lnTo>
                <a:lnTo>
                  <a:pt x="0" y="0"/>
                </a:lnTo>
                <a:lnTo>
                  <a:pt x="0" y="3345875"/>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TotalTime>
  <Application>PPT_Plus/1.0.0.0$Windows_X86_64 LibreOffice_project/</Application>
  <AppVersion>15.0000</AppVersion>
  <Words>739</Words>
  <Paragraphs>102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2026-09-23T16:40:42Z</dcterms:modified>
  <cp:revision>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7</vt:i4>
  </property>
</Properties>
</file>